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2"/>
  </p:normalViewPr>
  <p:slideViewPr>
    <p:cSldViewPr snapToGrid="0">
      <p:cViewPr varScale="1">
        <p:scale>
          <a:sx n="91" d="100"/>
          <a:sy n="91" d="100"/>
        </p:scale>
        <p:origin x="192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4063C9-67DC-48FD-9F63-82170B66F91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3035456-A353-4A06-92B4-D0FC34EF6606}">
      <dgm:prSet/>
      <dgm:spPr/>
      <dgm:t>
        <a:bodyPr/>
        <a:lstStyle/>
        <a:p>
          <a:r>
            <a:rPr lang="en-US"/>
            <a:t>The system contains three main classes:</a:t>
          </a:r>
        </a:p>
      </dgm:t>
    </dgm:pt>
    <dgm:pt modelId="{0BA86707-BD09-4400-BCAA-BD1C14C6F02B}" type="parTrans" cxnId="{E088BB5C-66A4-4AEE-B02C-33340389A22C}">
      <dgm:prSet/>
      <dgm:spPr/>
      <dgm:t>
        <a:bodyPr/>
        <a:lstStyle/>
        <a:p>
          <a:endParaRPr lang="en-US"/>
        </a:p>
      </dgm:t>
    </dgm:pt>
    <dgm:pt modelId="{BEA0B03B-5707-46C6-80DE-8838DAE44F05}" type="sibTrans" cxnId="{E088BB5C-66A4-4AEE-B02C-33340389A22C}">
      <dgm:prSet/>
      <dgm:spPr/>
      <dgm:t>
        <a:bodyPr/>
        <a:lstStyle/>
        <a:p>
          <a:endParaRPr lang="en-US"/>
        </a:p>
      </dgm:t>
    </dgm:pt>
    <dgm:pt modelId="{88AB2DD6-B640-4ACB-B79E-DDF7F272797A}">
      <dgm:prSet/>
      <dgm:spPr/>
      <dgm:t>
        <a:bodyPr/>
        <a:lstStyle/>
        <a:p>
          <a:r>
            <a:rPr lang="en-US" b="1"/>
            <a:t>Student.java</a:t>
          </a:r>
          <a:br>
            <a:rPr lang="en-US"/>
          </a:br>
          <a:r>
            <a:rPr lang="en-US"/>
            <a:t>Handles student data, courses, and GPA calculation.</a:t>
          </a:r>
        </a:p>
      </dgm:t>
    </dgm:pt>
    <dgm:pt modelId="{4DC8C186-1A65-44C9-B9F3-4922E2257688}" type="parTrans" cxnId="{9902DAAA-F196-4422-8DF7-BBAF19B2E8D7}">
      <dgm:prSet/>
      <dgm:spPr/>
      <dgm:t>
        <a:bodyPr/>
        <a:lstStyle/>
        <a:p>
          <a:endParaRPr lang="en-US"/>
        </a:p>
      </dgm:t>
    </dgm:pt>
    <dgm:pt modelId="{918E85E1-A4A0-43B6-AD2F-CF3CF7E5437B}" type="sibTrans" cxnId="{9902DAAA-F196-4422-8DF7-BBAF19B2E8D7}">
      <dgm:prSet/>
      <dgm:spPr/>
      <dgm:t>
        <a:bodyPr/>
        <a:lstStyle/>
        <a:p>
          <a:endParaRPr lang="en-US"/>
        </a:p>
      </dgm:t>
    </dgm:pt>
    <dgm:pt modelId="{9644AB5A-953C-4951-B3E5-11F659837617}">
      <dgm:prSet/>
      <dgm:spPr/>
      <dgm:t>
        <a:bodyPr/>
        <a:lstStyle/>
        <a:p>
          <a:r>
            <a:rPr lang="en-US" b="1"/>
            <a:t>Course.java</a:t>
          </a:r>
          <a:br>
            <a:rPr lang="en-US"/>
          </a:br>
          <a:r>
            <a:rPr lang="en-US"/>
            <a:t>Stores course name, credit hours, and letter grade.</a:t>
          </a:r>
        </a:p>
      </dgm:t>
    </dgm:pt>
    <dgm:pt modelId="{B49297F6-BE67-4D70-8885-D61C8BF4A4EE}" type="parTrans" cxnId="{DAA48CFD-8B26-4894-9E5E-53474A96899D}">
      <dgm:prSet/>
      <dgm:spPr/>
      <dgm:t>
        <a:bodyPr/>
        <a:lstStyle/>
        <a:p>
          <a:endParaRPr lang="en-US"/>
        </a:p>
      </dgm:t>
    </dgm:pt>
    <dgm:pt modelId="{7DB7248F-1F83-40E3-A397-2415379A6D40}" type="sibTrans" cxnId="{DAA48CFD-8B26-4894-9E5E-53474A96899D}">
      <dgm:prSet/>
      <dgm:spPr/>
      <dgm:t>
        <a:bodyPr/>
        <a:lstStyle/>
        <a:p>
          <a:endParaRPr lang="en-US"/>
        </a:p>
      </dgm:t>
    </dgm:pt>
    <dgm:pt modelId="{6B2FAE73-A8C3-4CAA-9678-E1237DFB1811}">
      <dgm:prSet/>
      <dgm:spPr/>
      <dgm:t>
        <a:bodyPr/>
        <a:lstStyle/>
        <a:p>
          <a:r>
            <a:rPr lang="en-US" b="1"/>
            <a:t>GradeCalculator.java</a:t>
          </a:r>
          <a:br>
            <a:rPr lang="en-US"/>
          </a:br>
          <a:r>
            <a:rPr lang="en-US"/>
            <a:t>Converts numeric scores to letter grades based on rules.</a:t>
          </a:r>
        </a:p>
      </dgm:t>
    </dgm:pt>
    <dgm:pt modelId="{83EA58DE-C4E9-4123-A8D8-E4F83D8AB732}" type="parTrans" cxnId="{796FD548-40D3-45E5-9869-42383DB56F61}">
      <dgm:prSet/>
      <dgm:spPr/>
      <dgm:t>
        <a:bodyPr/>
        <a:lstStyle/>
        <a:p>
          <a:endParaRPr lang="en-US"/>
        </a:p>
      </dgm:t>
    </dgm:pt>
    <dgm:pt modelId="{6BDC39D4-CE45-4F8A-B9D2-965A895E1C71}" type="sibTrans" cxnId="{796FD548-40D3-45E5-9869-42383DB56F61}">
      <dgm:prSet/>
      <dgm:spPr/>
      <dgm:t>
        <a:bodyPr/>
        <a:lstStyle/>
        <a:p>
          <a:endParaRPr lang="en-US"/>
        </a:p>
      </dgm:t>
    </dgm:pt>
    <dgm:pt modelId="{A7DE5854-C068-9945-8C02-3C5229B7B56F}" type="pres">
      <dgm:prSet presAssocID="{284063C9-67DC-48FD-9F63-82170B66F917}" presName="linear" presStyleCnt="0">
        <dgm:presLayoutVars>
          <dgm:animLvl val="lvl"/>
          <dgm:resizeHandles val="exact"/>
        </dgm:presLayoutVars>
      </dgm:prSet>
      <dgm:spPr/>
    </dgm:pt>
    <dgm:pt modelId="{04EF8879-21CE-9B49-B820-F544EFAF6153}" type="pres">
      <dgm:prSet presAssocID="{83035456-A353-4A06-92B4-D0FC34EF66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F072EE2-67CD-3441-8B5E-697E5861134B}" type="pres">
      <dgm:prSet presAssocID="{BEA0B03B-5707-46C6-80DE-8838DAE44F05}" presName="spacer" presStyleCnt="0"/>
      <dgm:spPr/>
    </dgm:pt>
    <dgm:pt modelId="{D2B4B6F2-886B-5E43-BF6B-0FE9AF9FABC9}" type="pres">
      <dgm:prSet presAssocID="{88AB2DD6-B640-4ACB-B79E-DDF7F272797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C90EFB-1A36-6144-9732-C605C5D9F086}" type="pres">
      <dgm:prSet presAssocID="{918E85E1-A4A0-43B6-AD2F-CF3CF7E5437B}" presName="spacer" presStyleCnt="0"/>
      <dgm:spPr/>
    </dgm:pt>
    <dgm:pt modelId="{D4D30395-9A23-3447-8937-41B58C1D0BDD}" type="pres">
      <dgm:prSet presAssocID="{9644AB5A-953C-4951-B3E5-11F65983761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185E3E9-5C46-0A4F-88EB-02F266632628}" type="pres">
      <dgm:prSet presAssocID="{7DB7248F-1F83-40E3-A397-2415379A6D40}" presName="spacer" presStyleCnt="0"/>
      <dgm:spPr/>
    </dgm:pt>
    <dgm:pt modelId="{C6AE28EA-E536-DF4D-95E6-F7F2416D2AC0}" type="pres">
      <dgm:prSet presAssocID="{6B2FAE73-A8C3-4CAA-9678-E1237DFB181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96FD548-40D3-45E5-9869-42383DB56F61}" srcId="{284063C9-67DC-48FD-9F63-82170B66F917}" destId="{6B2FAE73-A8C3-4CAA-9678-E1237DFB1811}" srcOrd="3" destOrd="0" parTransId="{83EA58DE-C4E9-4123-A8D8-E4F83D8AB732}" sibTransId="{6BDC39D4-CE45-4F8A-B9D2-965A895E1C71}"/>
    <dgm:cxn modelId="{E088BB5C-66A4-4AEE-B02C-33340389A22C}" srcId="{284063C9-67DC-48FD-9F63-82170B66F917}" destId="{83035456-A353-4A06-92B4-D0FC34EF6606}" srcOrd="0" destOrd="0" parTransId="{0BA86707-BD09-4400-BCAA-BD1C14C6F02B}" sibTransId="{BEA0B03B-5707-46C6-80DE-8838DAE44F05}"/>
    <dgm:cxn modelId="{91320190-52B6-AC41-B3C5-4A5A7F73C15C}" type="presOf" srcId="{88AB2DD6-B640-4ACB-B79E-DDF7F272797A}" destId="{D2B4B6F2-886B-5E43-BF6B-0FE9AF9FABC9}" srcOrd="0" destOrd="0" presId="urn:microsoft.com/office/officeart/2005/8/layout/vList2"/>
    <dgm:cxn modelId="{9902DAAA-F196-4422-8DF7-BBAF19B2E8D7}" srcId="{284063C9-67DC-48FD-9F63-82170B66F917}" destId="{88AB2DD6-B640-4ACB-B79E-DDF7F272797A}" srcOrd="1" destOrd="0" parTransId="{4DC8C186-1A65-44C9-B9F3-4922E2257688}" sibTransId="{918E85E1-A4A0-43B6-AD2F-CF3CF7E5437B}"/>
    <dgm:cxn modelId="{BF3985B0-F51F-C944-BCD0-541914C9A9ED}" type="presOf" srcId="{83035456-A353-4A06-92B4-D0FC34EF6606}" destId="{04EF8879-21CE-9B49-B820-F544EFAF6153}" srcOrd="0" destOrd="0" presId="urn:microsoft.com/office/officeart/2005/8/layout/vList2"/>
    <dgm:cxn modelId="{70486EB6-4F2D-3C4F-9D09-84E3A8B1CFDD}" type="presOf" srcId="{6B2FAE73-A8C3-4CAA-9678-E1237DFB1811}" destId="{C6AE28EA-E536-DF4D-95E6-F7F2416D2AC0}" srcOrd="0" destOrd="0" presId="urn:microsoft.com/office/officeart/2005/8/layout/vList2"/>
    <dgm:cxn modelId="{CDA891CB-08AB-024B-9424-6A0BFF095918}" type="presOf" srcId="{9644AB5A-953C-4951-B3E5-11F659837617}" destId="{D4D30395-9A23-3447-8937-41B58C1D0BDD}" srcOrd="0" destOrd="0" presId="urn:microsoft.com/office/officeart/2005/8/layout/vList2"/>
    <dgm:cxn modelId="{663A76E2-E8D7-4A49-904B-F964ADBA233A}" type="presOf" srcId="{284063C9-67DC-48FD-9F63-82170B66F917}" destId="{A7DE5854-C068-9945-8C02-3C5229B7B56F}" srcOrd="0" destOrd="0" presId="urn:microsoft.com/office/officeart/2005/8/layout/vList2"/>
    <dgm:cxn modelId="{DAA48CFD-8B26-4894-9E5E-53474A96899D}" srcId="{284063C9-67DC-48FD-9F63-82170B66F917}" destId="{9644AB5A-953C-4951-B3E5-11F659837617}" srcOrd="2" destOrd="0" parTransId="{B49297F6-BE67-4D70-8885-D61C8BF4A4EE}" sibTransId="{7DB7248F-1F83-40E3-A397-2415379A6D40}"/>
    <dgm:cxn modelId="{F9563A8D-EF34-3442-8A47-7FFDBACA83FE}" type="presParOf" srcId="{A7DE5854-C068-9945-8C02-3C5229B7B56F}" destId="{04EF8879-21CE-9B49-B820-F544EFAF6153}" srcOrd="0" destOrd="0" presId="urn:microsoft.com/office/officeart/2005/8/layout/vList2"/>
    <dgm:cxn modelId="{0BCA5645-F7EB-924C-AC83-10B4DBFAABE0}" type="presParOf" srcId="{A7DE5854-C068-9945-8C02-3C5229B7B56F}" destId="{AF072EE2-67CD-3441-8B5E-697E5861134B}" srcOrd="1" destOrd="0" presId="urn:microsoft.com/office/officeart/2005/8/layout/vList2"/>
    <dgm:cxn modelId="{41C01FC4-785F-A040-9489-38C4836999B8}" type="presParOf" srcId="{A7DE5854-C068-9945-8C02-3C5229B7B56F}" destId="{D2B4B6F2-886B-5E43-BF6B-0FE9AF9FABC9}" srcOrd="2" destOrd="0" presId="urn:microsoft.com/office/officeart/2005/8/layout/vList2"/>
    <dgm:cxn modelId="{6CAF7F66-C1B1-4342-9AF2-7170324EF489}" type="presParOf" srcId="{A7DE5854-C068-9945-8C02-3C5229B7B56F}" destId="{6FC90EFB-1A36-6144-9732-C605C5D9F086}" srcOrd="3" destOrd="0" presId="urn:microsoft.com/office/officeart/2005/8/layout/vList2"/>
    <dgm:cxn modelId="{FE1858B2-A245-A84F-A6D8-0FF553D1AC84}" type="presParOf" srcId="{A7DE5854-C068-9945-8C02-3C5229B7B56F}" destId="{D4D30395-9A23-3447-8937-41B58C1D0BDD}" srcOrd="4" destOrd="0" presId="urn:microsoft.com/office/officeart/2005/8/layout/vList2"/>
    <dgm:cxn modelId="{59036CB8-C7F0-6D45-9157-0DE504A1BA1D}" type="presParOf" srcId="{A7DE5854-C068-9945-8C02-3C5229B7B56F}" destId="{8185E3E9-5C46-0A4F-88EB-02F266632628}" srcOrd="5" destOrd="0" presId="urn:microsoft.com/office/officeart/2005/8/layout/vList2"/>
    <dgm:cxn modelId="{EB543DF8-6DAC-8042-8226-01EFA63BB79B}" type="presParOf" srcId="{A7DE5854-C068-9945-8C02-3C5229B7B56F}" destId="{C6AE28EA-E536-DF4D-95E6-F7F2416D2AC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F9CF5B-1EC7-4FE0-AB4C-762E35BDDC2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644AE6D-2A8C-4996-8C3E-94092371BCE3}">
      <dgm:prSet/>
      <dgm:spPr/>
      <dgm:t>
        <a:bodyPr/>
        <a:lstStyle/>
        <a:p>
          <a:r>
            <a:rPr lang="en-US"/>
            <a:t>The driver program was executed to validate both EP and BVA cases.</a:t>
          </a:r>
        </a:p>
      </dgm:t>
    </dgm:pt>
    <dgm:pt modelId="{1673AE26-22DE-4A00-A821-11D07D8E58EA}" type="parTrans" cxnId="{BBF5E078-6354-46C7-B6E7-49BD2C0EAD5C}">
      <dgm:prSet/>
      <dgm:spPr/>
      <dgm:t>
        <a:bodyPr/>
        <a:lstStyle/>
        <a:p>
          <a:endParaRPr lang="en-US"/>
        </a:p>
      </dgm:t>
    </dgm:pt>
    <dgm:pt modelId="{A8AFFB7A-A376-42D8-BB21-C2D908722757}" type="sibTrans" cxnId="{BBF5E078-6354-46C7-B6E7-49BD2C0EAD5C}">
      <dgm:prSet/>
      <dgm:spPr/>
      <dgm:t>
        <a:bodyPr/>
        <a:lstStyle/>
        <a:p>
          <a:endParaRPr lang="en-US"/>
        </a:p>
      </dgm:t>
    </dgm:pt>
    <dgm:pt modelId="{C9AC228B-0688-4D61-BDD7-EE6BB0B23D7A}">
      <dgm:prSet/>
      <dgm:spPr/>
      <dgm:t>
        <a:bodyPr/>
        <a:lstStyle/>
        <a:p>
          <a:r>
            <a:rPr lang="en-US" b="1"/>
            <a:t>Results:</a:t>
          </a:r>
          <a:endParaRPr lang="en-US"/>
        </a:p>
      </dgm:t>
    </dgm:pt>
    <dgm:pt modelId="{F99F7862-4AEC-4C96-8BD5-664A81B1A6AF}" type="parTrans" cxnId="{75BEDF67-1A37-4970-9DA1-55047C3E13E4}">
      <dgm:prSet/>
      <dgm:spPr/>
      <dgm:t>
        <a:bodyPr/>
        <a:lstStyle/>
        <a:p>
          <a:endParaRPr lang="en-US"/>
        </a:p>
      </dgm:t>
    </dgm:pt>
    <dgm:pt modelId="{3C94A140-8090-44E0-A76A-9A41238084C2}" type="sibTrans" cxnId="{75BEDF67-1A37-4970-9DA1-55047C3E13E4}">
      <dgm:prSet/>
      <dgm:spPr/>
      <dgm:t>
        <a:bodyPr/>
        <a:lstStyle/>
        <a:p>
          <a:endParaRPr lang="en-US"/>
        </a:p>
      </dgm:t>
    </dgm:pt>
    <dgm:pt modelId="{2879D8BD-849E-42A3-A00D-9C3A39A8375E}">
      <dgm:prSet/>
      <dgm:spPr/>
      <dgm:t>
        <a:bodyPr/>
        <a:lstStyle/>
        <a:p>
          <a:r>
            <a:rPr lang="en-US"/>
            <a:t>All EP cases returned correct letter grades</a:t>
          </a:r>
        </a:p>
      </dgm:t>
    </dgm:pt>
    <dgm:pt modelId="{EC5E58F4-10EF-47BC-B8E4-4E336DE83B1C}" type="parTrans" cxnId="{B01CB9A0-673F-4F21-BBB9-2B599771BD7C}">
      <dgm:prSet/>
      <dgm:spPr/>
      <dgm:t>
        <a:bodyPr/>
        <a:lstStyle/>
        <a:p>
          <a:endParaRPr lang="en-US"/>
        </a:p>
      </dgm:t>
    </dgm:pt>
    <dgm:pt modelId="{907CFAA1-179D-462F-8F30-44F4AEE465D2}" type="sibTrans" cxnId="{B01CB9A0-673F-4F21-BBB9-2B599771BD7C}">
      <dgm:prSet/>
      <dgm:spPr/>
      <dgm:t>
        <a:bodyPr/>
        <a:lstStyle/>
        <a:p>
          <a:endParaRPr lang="en-US"/>
        </a:p>
      </dgm:t>
    </dgm:pt>
    <dgm:pt modelId="{84B01299-26AA-4C3B-88FF-E8F887D8065D}">
      <dgm:prSet/>
      <dgm:spPr/>
      <dgm:t>
        <a:bodyPr/>
        <a:lstStyle/>
        <a:p>
          <a:r>
            <a:rPr lang="en-US"/>
            <a:t>All BVA boundaries produced expected transitions</a:t>
          </a:r>
        </a:p>
      </dgm:t>
    </dgm:pt>
    <dgm:pt modelId="{4EC2DDC9-34AF-49BC-981E-7D5F40E63A80}" type="parTrans" cxnId="{08C1C866-8E19-467B-9BC5-8CDB33426098}">
      <dgm:prSet/>
      <dgm:spPr/>
      <dgm:t>
        <a:bodyPr/>
        <a:lstStyle/>
        <a:p>
          <a:endParaRPr lang="en-US"/>
        </a:p>
      </dgm:t>
    </dgm:pt>
    <dgm:pt modelId="{FB4276B5-6927-4ADD-AC57-A111C42D499D}" type="sibTrans" cxnId="{08C1C866-8E19-467B-9BC5-8CDB33426098}">
      <dgm:prSet/>
      <dgm:spPr/>
      <dgm:t>
        <a:bodyPr/>
        <a:lstStyle/>
        <a:p>
          <a:endParaRPr lang="en-US"/>
        </a:p>
      </dgm:t>
    </dgm:pt>
    <dgm:pt modelId="{44D30B5E-FC7D-473A-9572-53C7FB36A6AC}">
      <dgm:prSet/>
      <dgm:spPr/>
      <dgm:t>
        <a:bodyPr/>
        <a:lstStyle/>
        <a:p>
          <a:r>
            <a:rPr lang="en-US"/>
            <a:t>Invalid inputs returned “Invalid”</a:t>
          </a:r>
        </a:p>
      </dgm:t>
    </dgm:pt>
    <dgm:pt modelId="{8E66BB70-8AB6-4C93-B19A-48CFAC9E3282}" type="parTrans" cxnId="{E41C4824-8144-417F-A713-D1990E3D1436}">
      <dgm:prSet/>
      <dgm:spPr/>
      <dgm:t>
        <a:bodyPr/>
        <a:lstStyle/>
        <a:p>
          <a:endParaRPr lang="en-US"/>
        </a:p>
      </dgm:t>
    </dgm:pt>
    <dgm:pt modelId="{3FB61141-B2E6-4D14-A0BA-AD78ED2A32E7}" type="sibTrans" cxnId="{E41C4824-8144-417F-A713-D1990E3D1436}">
      <dgm:prSet/>
      <dgm:spPr/>
      <dgm:t>
        <a:bodyPr/>
        <a:lstStyle/>
        <a:p>
          <a:endParaRPr lang="en-US"/>
        </a:p>
      </dgm:t>
    </dgm:pt>
    <dgm:pt modelId="{DCDF7DA4-805F-4C41-9094-4C8AE3C25239}">
      <dgm:prSet/>
      <dgm:spPr/>
      <dgm:t>
        <a:bodyPr/>
        <a:lstStyle/>
        <a:p>
          <a:r>
            <a:rPr lang="en-US" i="1"/>
            <a:t>(Add both driver output screenshots here — the two you sent)</a:t>
          </a:r>
          <a:endParaRPr lang="en-US"/>
        </a:p>
      </dgm:t>
    </dgm:pt>
    <dgm:pt modelId="{5A16F450-4CC9-48F1-A6AD-C73E1924B698}" type="parTrans" cxnId="{CC203C67-E44F-43C1-A3D5-33369F94E5A2}">
      <dgm:prSet/>
      <dgm:spPr/>
      <dgm:t>
        <a:bodyPr/>
        <a:lstStyle/>
        <a:p>
          <a:endParaRPr lang="en-US"/>
        </a:p>
      </dgm:t>
    </dgm:pt>
    <dgm:pt modelId="{FDF07A12-7FF0-4A31-9EF2-8169E8AFA292}" type="sibTrans" cxnId="{CC203C67-E44F-43C1-A3D5-33369F94E5A2}">
      <dgm:prSet/>
      <dgm:spPr/>
      <dgm:t>
        <a:bodyPr/>
        <a:lstStyle/>
        <a:p>
          <a:endParaRPr lang="en-US"/>
        </a:p>
      </dgm:t>
    </dgm:pt>
    <dgm:pt modelId="{FA5EE815-7A7D-4641-A81A-AF80283A87EA}" type="pres">
      <dgm:prSet presAssocID="{83F9CF5B-1EC7-4FE0-AB4C-762E35BDDC2C}" presName="Name0" presStyleCnt="0">
        <dgm:presLayoutVars>
          <dgm:dir/>
          <dgm:resizeHandles val="exact"/>
        </dgm:presLayoutVars>
      </dgm:prSet>
      <dgm:spPr/>
    </dgm:pt>
    <dgm:pt modelId="{0AFCF369-0C66-4E4C-994A-4CA35C2AD95D}" type="pres">
      <dgm:prSet presAssocID="{7644AE6D-2A8C-4996-8C3E-94092371BCE3}" presName="node" presStyleLbl="node1" presStyleIdx="0" presStyleCnt="6">
        <dgm:presLayoutVars>
          <dgm:bulletEnabled val="1"/>
        </dgm:presLayoutVars>
      </dgm:prSet>
      <dgm:spPr/>
    </dgm:pt>
    <dgm:pt modelId="{7FF0D36B-995A-504D-A8A6-D38AE3F9FE60}" type="pres">
      <dgm:prSet presAssocID="{A8AFFB7A-A376-42D8-BB21-C2D908722757}" presName="sibTrans" presStyleLbl="sibTrans1D1" presStyleIdx="0" presStyleCnt="5"/>
      <dgm:spPr/>
    </dgm:pt>
    <dgm:pt modelId="{E2278B1F-1E2D-DD4F-951B-6A74DD6C5CB4}" type="pres">
      <dgm:prSet presAssocID="{A8AFFB7A-A376-42D8-BB21-C2D908722757}" presName="connectorText" presStyleLbl="sibTrans1D1" presStyleIdx="0" presStyleCnt="5"/>
      <dgm:spPr/>
    </dgm:pt>
    <dgm:pt modelId="{9926AD46-3A52-BC4D-9812-879CC37C6023}" type="pres">
      <dgm:prSet presAssocID="{C9AC228B-0688-4D61-BDD7-EE6BB0B23D7A}" presName="node" presStyleLbl="node1" presStyleIdx="1" presStyleCnt="6">
        <dgm:presLayoutVars>
          <dgm:bulletEnabled val="1"/>
        </dgm:presLayoutVars>
      </dgm:prSet>
      <dgm:spPr/>
    </dgm:pt>
    <dgm:pt modelId="{EC2E5249-FEF8-E044-B74C-E3A34F7CCBA1}" type="pres">
      <dgm:prSet presAssocID="{3C94A140-8090-44E0-A76A-9A41238084C2}" presName="sibTrans" presStyleLbl="sibTrans1D1" presStyleIdx="1" presStyleCnt="5"/>
      <dgm:spPr/>
    </dgm:pt>
    <dgm:pt modelId="{3CB968D6-2E54-3F45-94D6-DDBD4DA34676}" type="pres">
      <dgm:prSet presAssocID="{3C94A140-8090-44E0-A76A-9A41238084C2}" presName="connectorText" presStyleLbl="sibTrans1D1" presStyleIdx="1" presStyleCnt="5"/>
      <dgm:spPr/>
    </dgm:pt>
    <dgm:pt modelId="{F7D87031-5DB1-8043-8CD2-6EED43EBBBAC}" type="pres">
      <dgm:prSet presAssocID="{2879D8BD-849E-42A3-A00D-9C3A39A8375E}" presName="node" presStyleLbl="node1" presStyleIdx="2" presStyleCnt="6">
        <dgm:presLayoutVars>
          <dgm:bulletEnabled val="1"/>
        </dgm:presLayoutVars>
      </dgm:prSet>
      <dgm:spPr/>
    </dgm:pt>
    <dgm:pt modelId="{CD381159-96CD-3243-90B1-0DD35B4B5D2E}" type="pres">
      <dgm:prSet presAssocID="{907CFAA1-179D-462F-8F30-44F4AEE465D2}" presName="sibTrans" presStyleLbl="sibTrans1D1" presStyleIdx="2" presStyleCnt="5"/>
      <dgm:spPr/>
    </dgm:pt>
    <dgm:pt modelId="{13E9EFF1-A80E-8A48-A591-58B1AB4EE972}" type="pres">
      <dgm:prSet presAssocID="{907CFAA1-179D-462F-8F30-44F4AEE465D2}" presName="connectorText" presStyleLbl="sibTrans1D1" presStyleIdx="2" presStyleCnt="5"/>
      <dgm:spPr/>
    </dgm:pt>
    <dgm:pt modelId="{CA3A403F-905F-F049-9764-F4E8EBAAC0DC}" type="pres">
      <dgm:prSet presAssocID="{84B01299-26AA-4C3B-88FF-E8F887D8065D}" presName="node" presStyleLbl="node1" presStyleIdx="3" presStyleCnt="6">
        <dgm:presLayoutVars>
          <dgm:bulletEnabled val="1"/>
        </dgm:presLayoutVars>
      </dgm:prSet>
      <dgm:spPr/>
    </dgm:pt>
    <dgm:pt modelId="{249ADDD2-5881-E845-9DC1-25A009AF099D}" type="pres">
      <dgm:prSet presAssocID="{FB4276B5-6927-4ADD-AC57-A111C42D499D}" presName="sibTrans" presStyleLbl="sibTrans1D1" presStyleIdx="3" presStyleCnt="5"/>
      <dgm:spPr/>
    </dgm:pt>
    <dgm:pt modelId="{4D47F7F1-F4EB-E841-A474-D65F63896334}" type="pres">
      <dgm:prSet presAssocID="{FB4276B5-6927-4ADD-AC57-A111C42D499D}" presName="connectorText" presStyleLbl="sibTrans1D1" presStyleIdx="3" presStyleCnt="5"/>
      <dgm:spPr/>
    </dgm:pt>
    <dgm:pt modelId="{AC0EB3B2-12E0-6E42-B81E-ACB2009E59F1}" type="pres">
      <dgm:prSet presAssocID="{44D30B5E-FC7D-473A-9572-53C7FB36A6AC}" presName="node" presStyleLbl="node1" presStyleIdx="4" presStyleCnt="6">
        <dgm:presLayoutVars>
          <dgm:bulletEnabled val="1"/>
        </dgm:presLayoutVars>
      </dgm:prSet>
      <dgm:spPr/>
    </dgm:pt>
    <dgm:pt modelId="{9600C0A1-882F-A844-A7E6-1515BD45FCFD}" type="pres">
      <dgm:prSet presAssocID="{3FB61141-B2E6-4D14-A0BA-AD78ED2A32E7}" presName="sibTrans" presStyleLbl="sibTrans1D1" presStyleIdx="4" presStyleCnt="5"/>
      <dgm:spPr/>
    </dgm:pt>
    <dgm:pt modelId="{ED11445A-DA9A-9646-8097-5E9C6AA3883C}" type="pres">
      <dgm:prSet presAssocID="{3FB61141-B2E6-4D14-A0BA-AD78ED2A32E7}" presName="connectorText" presStyleLbl="sibTrans1D1" presStyleIdx="4" presStyleCnt="5"/>
      <dgm:spPr/>
    </dgm:pt>
    <dgm:pt modelId="{A6DA3D5E-E647-734C-A546-860B105BD45C}" type="pres">
      <dgm:prSet presAssocID="{DCDF7DA4-805F-4C41-9094-4C8AE3C25239}" presName="node" presStyleLbl="node1" presStyleIdx="5" presStyleCnt="6">
        <dgm:presLayoutVars>
          <dgm:bulletEnabled val="1"/>
        </dgm:presLayoutVars>
      </dgm:prSet>
      <dgm:spPr/>
    </dgm:pt>
  </dgm:ptLst>
  <dgm:cxnLst>
    <dgm:cxn modelId="{0C772B17-C254-E949-94FE-0DA48E98F52B}" type="presOf" srcId="{A8AFFB7A-A376-42D8-BB21-C2D908722757}" destId="{7FF0D36B-995A-504D-A8A6-D38AE3F9FE60}" srcOrd="0" destOrd="0" presId="urn:microsoft.com/office/officeart/2016/7/layout/RepeatingBendingProcessNew"/>
    <dgm:cxn modelId="{50C04617-9D9C-1B46-9087-D897DACCC2C7}" type="presOf" srcId="{3C94A140-8090-44E0-A76A-9A41238084C2}" destId="{EC2E5249-FEF8-E044-B74C-E3A34F7CCBA1}" srcOrd="0" destOrd="0" presId="urn:microsoft.com/office/officeart/2016/7/layout/RepeatingBendingProcessNew"/>
    <dgm:cxn modelId="{122E491D-B71B-F546-835E-6796CE273E43}" type="presOf" srcId="{DCDF7DA4-805F-4C41-9094-4C8AE3C25239}" destId="{A6DA3D5E-E647-734C-A546-860B105BD45C}" srcOrd="0" destOrd="0" presId="urn:microsoft.com/office/officeart/2016/7/layout/RepeatingBendingProcessNew"/>
    <dgm:cxn modelId="{1C6D3E23-8E64-2143-8FFE-D8BE671AEA6A}" type="presOf" srcId="{907CFAA1-179D-462F-8F30-44F4AEE465D2}" destId="{CD381159-96CD-3243-90B1-0DD35B4B5D2E}" srcOrd="0" destOrd="0" presId="urn:microsoft.com/office/officeart/2016/7/layout/RepeatingBendingProcessNew"/>
    <dgm:cxn modelId="{E41C4824-8144-417F-A713-D1990E3D1436}" srcId="{83F9CF5B-1EC7-4FE0-AB4C-762E35BDDC2C}" destId="{44D30B5E-FC7D-473A-9572-53C7FB36A6AC}" srcOrd="4" destOrd="0" parTransId="{8E66BB70-8AB6-4C93-B19A-48CFAC9E3282}" sibTransId="{3FB61141-B2E6-4D14-A0BA-AD78ED2A32E7}"/>
    <dgm:cxn modelId="{06CDCB2B-6A3C-B943-B036-BED489E4F700}" type="presOf" srcId="{3FB61141-B2E6-4D14-A0BA-AD78ED2A32E7}" destId="{ED11445A-DA9A-9646-8097-5E9C6AA3883C}" srcOrd="1" destOrd="0" presId="urn:microsoft.com/office/officeart/2016/7/layout/RepeatingBendingProcessNew"/>
    <dgm:cxn modelId="{9C668A62-49C0-FA47-BF76-E2F17DD018B7}" type="presOf" srcId="{3C94A140-8090-44E0-A76A-9A41238084C2}" destId="{3CB968D6-2E54-3F45-94D6-DDBD4DA34676}" srcOrd="1" destOrd="0" presId="urn:microsoft.com/office/officeart/2016/7/layout/RepeatingBendingProcessNew"/>
    <dgm:cxn modelId="{6ACD9563-0153-C743-992C-9C4DD6E20333}" type="presOf" srcId="{83F9CF5B-1EC7-4FE0-AB4C-762E35BDDC2C}" destId="{FA5EE815-7A7D-4641-A81A-AF80283A87EA}" srcOrd="0" destOrd="0" presId="urn:microsoft.com/office/officeart/2016/7/layout/RepeatingBendingProcessNew"/>
    <dgm:cxn modelId="{27D76565-B724-AC4E-993B-D4EA618C9CA4}" type="presOf" srcId="{907CFAA1-179D-462F-8F30-44F4AEE465D2}" destId="{13E9EFF1-A80E-8A48-A591-58B1AB4EE972}" srcOrd="1" destOrd="0" presId="urn:microsoft.com/office/officeart/2016/7/layout/RepeatingBendingProcessNew"/>
    <dgm:cxn modelId="{08C1C866-8E19-467B-9BC5-8CDB33426098}" srcId="{83F9CF5B-1EC7-4FE0-AB4C-762E35BDDC2C}" destId="{84B01299-26AA-4C3B-88FF-E8F887D8065D}" srcOrd="3" destOrd="0" parTransId="{4EC2DDC9-34AF-49BC-981E-7D5F40E63A80}" sibTransId="{FB4276B5-6927-4ADD-AC57-A111C42D499D}"/>
    <dgm:cxn modelId="{CC203C67-E44F-43C1-A3D5-33369F94E5A2}" srcId="{83F9CF5B-1EC7-4FE0-AB4C-762E35BDDC2C}" destId="{DCDF7DA4-805F-4C41-9094-4C8AE3C25239}" srcOrd="5" destOrd="0" parTransId="{5A16F450-4CC9-48F1-A6AD-C73E1924B698}" sibTransId="{FDF07A12-7FF0-4A31-9EF2-8169E8AFA292}"/>
    <dgm:cxn modelId="{75BEDF67-1A37-4970-9DA1-55047C3E13E4}" srcId="{83F9CF5B-1EC7-4FE0-AB4C-762E35BDDC2C}" destId="{C9AC228B-0688-4D61-BDD7-EE6BB0B23D7A}" srcOrd="1" destOrd="0" parTransId="{F99F7862-4AEC-4C96-8BD5-664A81B1A6AF}" sibTransId="{3C94A140-8090-44E0-A76A-9A41238084C2}"/>
    <dgm:cxn modelId="{6C69756A-663A-0044-83E6-ECF01A258583}" type="presOf" srcId="{C9AC228B-0688-4D61-BDD7-EE6BB0B23D7A}" destId="{9926AD46-3A52-BC4D-9812-879CC37C6023}" srcOrd="0" destOrd="0" presId="urn:microsoft.com/office/officeart/2016/7/layout/RepeatingBendingProcessNew"/>
    <dgm:cxn modelId="{8F65006E-FDF9-AD45-BB96-638CBA6F8E3C}" type="presOf" srcId="{FB4276B5-6927-4ADD-AC57-A111C42D499D}" destId="{4D47F7F1-F4EB-E841-A474-D65F63896334}" srcOrd="1" destOrd="0" presId="urn:microsoft.com/office/officeart/2016/7/layout/RepeatingBendingProcessNew"/>
    <dgm:cxn modelId="{BBF5E078-6354-46C7-B6E7-49BD2C0EAD5C}" srcId="{83F9CF5B-1EC7-4FE0-AB4C-762E35BDDC2C}" destId="{7644AE6D-2A8C-4996-8C3E-94092371BCE3}" srcOrd="0" destOrd="0" parTransId="{1673AE26-22DE-4A00-A821-11D07D8E58EA}" sibTransId="{A8AFFB7A-A376-42D8-BB21-C2D908722757}"/>
    <dgm:cxn modelId="{03A23079-69A0-B44F-81C3-C1BD51A7ED38}" type="presOf" srcId="{44D30B5E-FC7D-473A-9572-53C7FB36A6AC}" destId="{AC0EB3B2-12E0-6E42-B81E-ACB2009E59F1}" srcOrd="0" destOrd="0" presId="urn:microsoft.com/office/officeart/2016/7/layout/RepeatingBendingProcessNew"/>
    <dgm:cxn modelId="{B01CB9A0-673F-4F21-BBB9-2B599771BD7C}" srcId="{83F9CF5B-1EC7-4FE0-AB4C-762E35BDDC2C}" destId="{2879D8BD-849E-42A3-A00D-9C3A39A8375E}" srcOrd="2" destOrd="0" parTransId="{EC5E58F4-10EF-47BC-B8E4-4E336DE83B1C}" sibTransId="{907CFAA1-179D-462F-8F30-44F4AEE465D2}"/>
    <dgm:cxn modelId="{39426AA3-7B06-284E-AC71-D1DB571B594F}" type="presOf" srcId="{2879D8BD-849E-42A3-A00D-9C3A39A8375E}" destId="{F7D87031-5DB1-8043-8CD2-6EED43EBBBAC}" srcOrd="0" destOrd="0" presId="urn:microsoft.com/office/officeart/2016/7/layout/RepeatingBendingProcessNew"/>
    <dgm:cxn modelId="{83EF48B9-C07D-0848-8705-D6B56200EA1B}" type="presOf" srcId="{A8AFFB7A-A376-42D8-BB21-C2D908722757}" destId="{E2278B1F-1E2D-DD4F-951B-6A74DD6C5CB4}" srcOrd="1" destOrd="0" presId="urn:microsoft.com/office/officeart/2016/7/layout/RepeatingBendingProcessNew"/>
    <dgm:cxn modelId="{EA69C7C6-47E4-454D-A6AB-EA9B08384BDA}" type="presOf" srcId="{84B01299-26AA-4C3B-88FF-E8F887D8065D}" destId="{CA3A403F-905F-F049-9764-F4E8EBAAC0DC}" srcOrd="0" destOrd="0" presId="urn:microsoft.com/office/officeart/2016/7/layout/RepeatingBendingProcessNew"/>
    <dgm:cxn modelId="{8FBA6BE3-D798-034B-A937-2C791F5EDDF4}" type="presOf" srcId="{FB4276B5-6927-4ADD-AC57-A111C42D499D}" destId="{249ADDD2-5881-E845-9DC1-25A009AF099D}" srcOrd="0" destOrd="0" presId="urn:microsoft.com/office/officeart/2016/7/layout/RepeatingBendingProcessNew"/>
    <dgm:cxn modelId="{9056C0F3-3939-3E4C-A35E-EACC0057428E}" type="presOf" srcId="{7644AE6D-2A8C-4996-8C3E-94092371BCE3}" destId="{0AFCF369-0C66-4E4C-994A-4CA35C2AD95D}" srcOrd="0" destOrd="0" presId="urn:microsoft.com/office/officeart/2016/7/layout/RepeatingBendingProcessNew"/>
    <dgm:cxn modelId="{6CA4B9F4-A02A-5B4B-B731-38EC8D4FC275}" type="presOf" srcId="{3FB61141-B2E6-4D14-A0BA-AD78ED2A32E7}" destId="{9600C0A1-882F-A844-A7E6-1515BD45FCFD}" srcOrd="0" destOrd="0" presId="urn:microsoft.com/office/officeart/2016/7/layout/RepeatingBendingProcessNew"/>
    <dgm:cxn modelId="{0AC7512D-E6E4-D54D-B471-5F2DEADD8A74}" type="presParOf" srcId="{FA5EE815-7A7D-4641-A81A-AF80283A87EA}" destId="{0AFCF369-0C66-4E4C-994A-4CA35C2AD95D}" srcOrd="0" destOrd="0" presId="urn:microsoft.com/office/officeart/2016/7/layout/RepeatingBendingProcessNew"/>
    <dgm:cxn modelId="{A809FBCB-D67F-5F49-87EE-00311E316EC6}" type="presParOf" srcId="{FA5EE815-7A7D-4641-A81A-AF80283A87EA}" destId="{7FF0D36B-995A-504D-A8A6-D38AE3F9FE60}" srcOrd="1" destOrd="0" presId="urn:microsoft.com/office/officeart/2016/7/layout/RepeatingBendingProcessNew"/>
    <dgm:cxn modelId="{357CCDC6-56B2-9F4C-8B99-447FAEAA58D3}" type="presParOf" srcId="{7FF0D36B-995A-504D-A8A6-D38AE3F9FE60}" destId="{E2278B1F-1E2D-DD4F-951B-6A74DD6C5CB4}" srcOrd="0" destOrd="0" presId="urn:microsoft.com/office/officeart/2016/7/layout/RepeatingBendingProcessNew"/>
    <dgm:cxn modelId="{0306CBA1-7E49-794C-8249-FF417500CBA1}" type="presParOf" srcId="{FA5EE815-7A7D-4641-A81A-AF80283A87EA}" destId="{9926AD46-3A52-BC4D-9812-879CC37C6023}" srcOrd="2" destOrd="0" presId="urn:microsoft.com/office/officeart/2016/7/layout/RepeatingBendingProcessNew"/>
    <dgm:cxn modelId="{42D6B4CB-24A8-8740-B306-9A6D73895F11}" type="presParOf" srcId="{FA5EE815-7A7D-4641-A81A-AF80283A87EA}" destId="{EC2E5249-FEF8-E044-B74C-E3A34F7CCBA1}" srcOrd="3" destOrd="0" presId="urn:microsoft.com/office/officeart/2016/7/layout/RepeatingBendingProcessNew"/>
    <dgm:cxn modelId="{FF117AC2-2CCC-7D41-A169-782C2FBC9728}" type="presParOf" srcId="{EC2E5249-FEF8-E044-B74C-E3A34F7CCBA1}" destId="{3CB968D6-2E54-3F45-94D6-DDBD4DA34676}" srcOrd="0" destOrd="0" presId="urn:microsoft.com/office/officeart/2016/7/layout/RepeatingBendingProcessNew"/>
    <dgm:cxn modelId="{228D18CC-89A5-8744-9E73-D32AD622CDC9}" type="presParOf" srcId="{FA5EE815-7A7D-4641-A81A-AF80283A87EA}" destId="{F7D87031-5DB1-8043-8CD2-6EED43EBBBAC}" srcOrd="4" destOrd="0" presId="urn:microsoft.com/office/officeart/2016/7/layout/RepeatingBendingProcessNew"/>
    <dgm:cxn modelId="{02B8C474-EE99-0945-A35E-4A1393745371}" type="presParOf" srcId="{FA5EE815-7A7D-4641-A81A-AF80283A87EA}" destId="{CD381159-96CD-3243-90B1-0DD35B4B5D2E}" srcOrd="5" destOrd="0" presId="urn:microsoft.com/office/officeart/2016/7/layout/RepeatingBendingProcessNew"/>
    <dgm:cxn modelId="{FDDFD17B-3184-4E43-A231-9D0C1FA7788A}" type="presParOf" srcId="{CD381159-96CD-3243-90B1-0DD35B4B5D2E}" destId="{13E9EFF1-A80E-8A48-A591-58B1AB4EE972}" srcOrd="0" destOrd="0" presId="urn:microsoft.com/office/officeart/2016/7/layout/RepeatingBendingProcessNew"/>
    <dgm:cxn modelId="{F11300DF-7D89-3741-B2E7-2E6653C9A998}" type="presParOf" srcId="{FA5EE815-7A7D-4641-A81A-AF80283A87EA}" destId="{CA3A403F-905F-F049-9764-F4E8EBAAC0DC}" srcOrd="6" destOrd="0" presId="urn:microsoft.com/office/officeart/2016/7/layout/RepeatingBendingProcessNew"/>
    <dgm:cxn modelId="{4365699C-133C-9346-BE0B-140F8AB5A916}" type="presParOf" srcId="{FA5EE815-7A7D-4641-A81A-AF80283A87EA}" destId="{249ADDD2-5881-E845-9DC1-25A009AF099D}" srcOrd="7" destOrd="0" presId="urn:microsoft.com/office/officeart/2016/7/layout/RepeatingBendingProcessNew"/>
    <dgm:cxn modelId="{4E5AD2C1-B10B-CF42-A779-C3A59C75FFD3}" type="presParOf" srcId="{249ADDD2-5881-E845-9DC1-25A009AF099D}" destId="{4D47F7F1-F4EB-E841-A474-D65F63896334}" srcOrd="0" destOrd="0" presId="urn:microsoft.com/office/officeart/2016/7/layout/RepeatingBendingProcessNew"/>
    <dgm:cxn modelId="{C1DE64B4-E6F5-D840-B86A-6644CEB38F31}" type="presParOf" srcId="{FA5EE815-7A7D-4641-A81A-AF80283A87EA}" destId="{AC0EB3B2-12E0-6E42-B81E-ACB2009E59F1}" srcOrd="8" destOrd="0" presId="urn:microsoft.com/office/officeart/2016/7/layout/RepeatingBendingProcessNew"/>
    <dgm:cxn modelId="{EDF19F5B-698E-DE4F-8239-6F5D1C20810A}" type="presParOf" srcId="{FA5EE815-7A7D-4641-A81A-AF80283A87EA}" destId="{9600C0A1-882F-A844-A7E6-1515BD45FCFD}" srcOrd="9" destOrd="0" presId="urn:microsoft.com/office/officeart/2016/7/layout/RepeatingBendingProcessNew"/>
    <dgm:cxn modelId="{6D19EEE6-693E-5844-8A94-08C3A3E808C3}" type="presParOf" srcId="{9600C0A1-882F-A844-A7E6-1515BD45FCFD}" destId="{ED11445A-DA9A-9646-8097-5E9C6AA3883C}" srcOrd="0" destOrd="0" presId="urn:microsoft.com/office/officeart/2016/7/layout/RepeatingBendingProcessNew"/>
    <dgm:cxn modelId="{C42F7339-FE77-6E42-AB62-375BFD9AF342}" type="presParOf" srcId="{FA5EE815-7A7D-4641-A81A-AF80283A87EA}" destId="{A6DA3D5E-E647-734C-A546-860B105BD45C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1B049F-78CE-46B3-8237-A34735DD7E0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3692120-54EA-4423-8242-308E06C982BE}">
      <dgm:prSet/>
      <dgm:spPr/>
      <dgm:t>
        <a:bodyPr/>
        <a:lstStyle/>
        <a:p>
          <a:r>
            <a:rPr lang="en-US" b="1"/>
            <a:t>White-Box Testing Using JUnit:</a:t>
          </a:r>
          <a:endParaRPr lang="en-US"/>
        </a:p>
      </dgm:t>
    </dgm:pt>
    <dgm:pt modelId="{71B789F8-382A-4E8B-A0DE-C965B6A25656}" type="parTrans" cxnId="{81BC653D-6904-4D41-BAA3-3476F40A17B2}">
      <dgm:prSet/>
      <dgm:spPr/>
      <dgm:t>
        <a:bodyPr/>
        <a:lstStyle/>
        <a:p>
          <a:endParaRPr lang="en-US"/>
        </a:p>
      </dgm:t>
    </dgm:pt>
    <dgm:pt modelId="{73180D0D-2EA5-42F3-9010-38E98CDBAD9D}" type="sibTrans" cxnId="{81BC653D-6904-4D41-BAA3-3476F40A17B2}">
      <dgm:prSet/>
      <dgm:spPr/>
      <dgm:t>
        <a:bodyPr/>
        <a:lstStyle/>
        <a:p>
          <a:endParaRPr lang="en-US"/>
        </a:p>
      </dgm:t>
    </dgm:pt>
    <dgm:pt modelId="{3573B216-1E16-4135-B647-793552AE1F53}">
      <dgm:prSet/>
      <dgm:spPr/>
      <dgm:t>
        <a:bodyPr/>
        <a:lstStyle/>
        <a:p>
          <a:r>
            <a:rPr lang="en-US"/>
            <a:t>Three JUnit classes tested all methods in:</a:t>
          </a:r>
          <a:br>
            <a:rPr lang="en-US"/>
          </a:br>
          <a:r>
            <a:rPr lang="en-US"/>
            <a:t>• Student</a:t>
          </a:r>
          <a:br>
            <a:rPr lang="en-US"/>
          </a:br>
          <a:r>
            <a:rPr lang="en-US"/>
            <a:t>• Course</a:t>
          </a:r>
          <a:br>
            <a:rPr lang="en-US"/>
          </a:br>
          <a:r>
            <a:rPr lang="en-US"/>
            <a:t>• GradeCalculator</a:t>
          </a:r>
        </a:p>
      </dgm:t>
    </dgm:pt>
    <dgm:pt modelId="{A808DBF5-97D7-42E9-AF8C-1EB56E9D13F6}" type="parTrans" cxnId="{F7C58848-A3EF-49D6-BDB5-74DAD8B9AA6F}">
      <dgm:prSet/>
      <dgm:spPr/>
      <dgm:t>
        <a:bodyPr/>
        <a:lstStyle/>
        <a:p>
          <a:endParaRPr lang="en-US"/>
        </a:p>
      </dgm:t>
    </dgm:pt>
    <dgm:pt modelId="{EE8DFE51-57B7-4585-AF4F-95666FEF1B9C}" type="sibTrans" cxnId="{F7C58848-A3EF-49D6-BDB5-74DAD8B9AA6F}">
      <dgm:prSet/>
      <dgm:spPr/>
      <dgm:t>
        <a:bodyPr/>
        <a:lstStyle/>
        <a:p>
          <a:endParaRPr lang="en-US"/>
        </a:p>
      </dgm:t>
    </dgm:pt>
    <dgm:pt modelId="{3818D54B-9645-4B79-ABAE-ED728BC8E8B6}">
      <dgm:prSet/>
      <dgm:spPr/>
      <dgm:t>
        <a:bodyPr/>
        <a:lstStyle/>
        <a:p>
          <a:r>
            <a:rPr lang="en-US"/>
            <a:t>Constructors, GPA calculation, grade mapping, and input validation fully tested</a:t>
          </a:r>
        </a:p>
      </dgm:t>
    </dgm:pt>
    <dgm:pt modelId="{2E6EE1EB-DCCA-4D96-9140-C8754CF52A47}" type="parTrans" cxnId="{3639C32B-F2E1-46E0-85AD-C200DCDA54B4}">
      <dgm:prSet/>
      <dgm:spPr/>
      <dgm:t>
        <a:bodyPr/>
        <a:lstStyle/>
        <a:p>
          <a:endParaRPr lang="en-US"/>
        </a:p>
      </dgm:t>
    </dgm:pt>
    <dgm:pt modelId="{F74AA5F2-90D7-42D8-AC89-4D64A2F03453}" type="sibTrans" cxnId="{3639C32B-F2E1-46E0-85AD-C200DCDA54B4}">
      <dgm:prSet/>
      <dgm:spPr/>
      <dgm:t>
        <a:bodyPr/>
        <a:lstStyle/>
        <a:p>
          <a:endParaRPr lang="en-US"/>
        </a:p>
      </dgm:t>
    </dgm:pt>
    <dgm:pt modelId="{524E74B7-08C1-4AB0-8609-9DDFB4BC4F8E}">
      <dgm:prSet/>
      <dgm:spPr/>
      <dgm:t>
        <a:bodyPr/>
        <a:lstStyle/>
        <a:p>
          <a:r>
            <a:rPr lang="en-US" b="1"/>
            <a:t>Result:</a:t>
          </a:r>
          <a:br>
            <a:rPr lang="en-US"/>
          </a:br>
          <a:r>
            <a:rPr lang="en-US"/>
            <a:t>All unit tests passed successfully with no failures.</a:t>
          </a:r>
        </a:p>
      </dgm:t>
    </dgm:pt>
    <dgm:pt modelId="{D3919E90-0AC0-47C9-B0E5-6666C0112824}" type="parTrans" cxnId="{35687A4B-C1D7-4B80-9AF6-A9BEDCD3F2C6}">
      <dgm:prSet/>
      <dgm:spPr/>
      <dgm:t>
        <a:bodyPr/>
        <a:lstStyle/>
        <a:p>
          <a:endParaRPr lang="en-US"/>
        </a:p>
      </dgm:t>
    </dgm:pt>
    <dgm:pt modelId="{6E38CE70-8C5E-458F-83F8-4C8846DA0DDB}" type="sibTrans" cxnId="{35687A4B-C1D7-4B80-9AF6-A9BEDCD3F2C6}">
      <dgm:prSet/>
      <dgm:spPr/>
      <dgm:t>
        <a:bodyPr/>
        <a:lstStyle/>
        <a:p>
          <a:endParaRPr lang="en-US"/>
        </a:p>
      </dgm:t>
    </dgm:pt>
    <dgm:pt modelId="{AE98D2A2-F641-4CD5-B16A-F5DDBBC37AA8}" type="pres">
      <dgm:prSet presAssocID="{241B049F-78CE-46B3-8237-A34735DD7E08}" presName="root" presStyleCnt="0">
        <dgm:presLayoutVars>
          <dgm:dir/>
          <dgm:resizeHandles val="exact"/>
        </dgm:presLayoutVars>
      </dgm:prSet>
      <dgm:spPr/>
    </dgm:pt>
    <dgm:pt modelId="{B4C2B4DA-718A-457C-9F4B-A63844E6714D}" type="pres">
      <dgm:prSet presAssocID="{241B049F-78CE-46B3-8237-A34735DD7E08}" presName="container" presStyleCnt="0">
        <dgm:presLayoutVars>
          <dgm:dir/>
          <dgm:resizeHandles val="exact"/>
        </dgm:presLayoutVars>
      </dgm:prSet>
      <dgm:spPr/>
    </dgm:pt>
    <dgm:pt modelId="{F582D18A-249C-4AC1-9910-E783B32D7585}" type="pres">
      <dgm:prSet presAssocID="{E3692120-54EA-4423-8242-308E06C982BE}" presName="compNode" presStyleCnt="0"/>
      <dgm:spPr/>
    </dgm:pt>
    <dgm:pt modelId="{0CB3B680-2630-4B3F-83F5-A5A92B1BE842}" type="pres">
      <dgm:prSet presAssocID="{E3692120-54EA-4423-8242-308E06C982BE}" presName="iconBgRect" presStyleLbl="bgShp" presStyleIdx="0" presStyleCnt="4"/>
      <dgm:spPr/>
    </dgm:pt>
    <dgm:pt modelId="{B3C6BF02-ABD7-46EA-875B-9E237A9D225D}" type="pres">
      <dgm:prSet presAssocID="{E3692120-54EA-4423-8242-308E06C982B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9223D447-8510-4219-B90C-2673A6C76BD5}" type="pres">
      <dgm:prSet presAssocID="{E3692120-54EA-4423-8242-308E06C982BE}" presName="spaceRect" presStyleCnt="0"/>
      <dgm:spPr/>
    </dgm:pt>
    <dgm:pt modelId="{6F8A6FAE-25BB-4773-BEE6-8417356F878D}" type="pres">
      <dgm:prSet presAssocID="{E3692120-54EA-4423-8242-308E06C982BE}" presName="textRect" presStyleLbl="revTx" presStyleIdx="0" presStyleCnt="4">
        <dgm:presLayoutVars>
          <dgm:chMax val="1"/>
          <dgm:chPref val="1"/>
        </dgm:presLayoutVars>
      </dgm:prSet>
      <dgm:spPr/>
    </dgm:pt>
    <dgm:pt modelId="{1C1ECB7D-B2F4-4C3A-AB7D-E06035ADB2D5}" type="pres">
      <dgm:prSet presAssocID="{73180D0D-2EA5-42F3-9010-38E98CDBAD9D}" presName="sibTrans" presStyleLbl="sibTrans2D1" presStyleIdx="0" presStyleCnt="0"/>
      <dgm:spPr/>
    </dgm:pt>
    <dgm:pt modelId="{A372233E-5517-4A68-86AD-68C143C60E7B}" type="pres">
      <dgm:prSet presAssocID="{3573B216-1E16-4135-B647-793552AE1F53}" presName="compNode" presStyleCnt="0"/>
      <dgm:spPr/>
    </dgm:pt>
    <dgm:pt modelId="{62000CE0-99DA-4DCE-879D-2AE60C12F240}" type="pres">
      <dgm:prSet presAssocID="{3573B216-1E16-4135-B647-793552AE1F53}" presName="iconBgRect" presStyleLbl="bgShp" presStyleIdx="1" presStyleCnt="4"/>
      <dgm:spPr/>
    </dgm:pt>
    <dgm:pt modelId="{F8A2727B-32E3-4052-B001-95523138BB3C}" type="pres">
      <dgm:prSet presAssocID="{3573B216-1E16-4135-B647-793552AE1F5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570A5080-C230-42A0-AD58-9C57F99AF5D2}" type="pres">
      <dgm:prSet presAssocID="{3573B216-1E16-4135-B647-793552AE1F53}" presName="spaceRect" presStyleCnt="0"/>
      <dgm:spPr/>
    </dgm:pt>
    <dgm:pt modelId="{E84DB449-FBF7-4549-A908-A05B9D0F287B}" type="pres">
      <dgm:prSet presAssocID="{3573B216-1E16-4135-B647-793552AE1F53}" presName="textRect" presStyleLbl="revTx" presStyleIdx="1" presStyleCnt="4">
        <dgm:presLayoutVars>
          <dgm:chMax val="1"/>
          <dgm:chPref val="1"/>
        </dgm:presLayoutVars>
      </dgm:prSet>
      <dgm:spPr/>
    </dgm:pt>
    <dgm:pt modelId="{E06381B1-4F3B-47BE-BF25-9D6D20104DDA}" type="pres">
      <dgm:prSet presAssocID="{EE8DFE51-57B7-4585-AF4F-95666FEF1B9C}" presName="sibTrans" presStyleLbl="sibTrans2D1" presStyleIdx="0" presStyleCnt="0"/>
      <dgm:spPr/>
    </dgm:pt>
    <dgm:pt modelId="{8DEFD85E-A02A-4F30-9DDC-718CF763A12E}" type="pres">
      <dgm:prSet presAssocID="{3818D54B-9645-4B79-ABAE-ED728BC8E8B6}" presName="compNode" presStyleCnt="0"/>
      <dgm:spPr/>
    </dgm:pt>
    <dgm:pt modelId="{BC88BE72-2BCD-4A51-95B4-973D77318C4F}" type="pres">
      <dgm:prSet presAssocID="{3818D54B-9645-4B79-ABAE-ED728BC8E8B6}" presName="iconBgRect" presStyleLbl="bgShp" presStyleIdx="2" presStyleCnt="4"/>
      <dgm:spPr/>
    </dgm:pt>
    <dgm:pt modelId="{5C415168-83CB-47DB-9CA2-03CA9B58EA54}" type="pres">
      <dgm:prSet presAssocID="{3818D54B-9645-4B79-ABAE-ED728BC8E8B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41EA5FF2-7D1D-4C46-AA70-DE4E44815303}" type="pres">
      <dgm:prSet presAssocID="{3818D54B-9645-4B79-ABAE-ED728BC8E8B6}" presName="spaceRect" presStyleCnt="0"/>
      <dgm:spPr/>
    </dgm:pt>
    <dgm:pt modelId="{0C6EDC76-33C9-4293-BCF8-5733620DD24A}" type="pres">
      <dgm:prSet presAssocID="{3818D54B-9645-4B79-ABAE-ED728BC8E8B6}" presName="textRect" presStyleLbl="revTx" presStyleIdx="2" presStyleCnt="4">
        <dgm:presLayoutVars>
          <dgm:chMax val="1"/>
          <dgm:chPref val="1"/>
        </dgm:presLayoutVars>
      </dgm:prSet>
      <dgm:spPr/>
    </dgm:pt>
    <dgm:pt modelId="{CA03C10E-D490-435F-950E-CD53B2BD9E8F}" type="pres">
      <dgm:prSet presAssocID="{F74AA5F2-90D7-42D8-AC89-4D64A2F03453}" presName="sibTrans" presStyleLbl="sibTrans2D1" presStyleIdx="0" presStyleCnt="0"/>
      <dgm:spPr/>
    </dgm:pt>
    <dgm:pt modelId="{CD26A0B2-77C3-4C87-82E9-3D7FD44BA361}" type="pres">
      <dgm:prSet presAssocID="{524E74B7-08C1-4AB0-8609-9DDFB4BC4F8E}" presName="compNode" presStyleCnt="0"/>
      <dgm:spPr/>
    </dgm:pt>
    <dgm:pt modelId="{0D5445E6-EE82-4CBD-BB09-E07684C0D54A}" type="pres">
      <dgm:prSet presAssocID="{524E74B7-08C1-4AB0-8609-9DDFB4BC4F8E}" presName="iconBgRect" presStyleLbl="bgShp" presStyleIdx="3" presStyleCnt="4"/>
      <dgm:spPr/>
    </dgm:pt>
    <dgm:pt modelId="{B6E7232C-5CBB-4F72-86F9-FE025F5D9C82}" type="pres">
      <dgm:prSet presAssocID="{524E74B7-08C1-4AB0-8609-9DDFB4BC4F8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581B8F20-1B00-41FE-A465-030C0C59EAA4}" type="pres">
      <dgm:prSet presAssocID="{524E74B7-08C1-4AB0-8609-9DDFB4BC4F8E}" presName="spaceRect" presStyleCnt="0"/>
      <dgm:spPr/>
    </dgm:pt>
    <dgm:pt modelId="{6338B89E-0432-4311-BD69-603ED91668F8}" type="pres">
      <dgm:prSet presAssocID="{524E74B7-08C1-4AB0-8609-9DDFB4BC4F8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9BD6A0B-590E-43B8-A2E7-A5DF24512113}" type="presOf" srcId="{241B049F-78CE-46B3-8237-A34735DD7E08}" destId="{AE98D2A2-F641-4CD5-B16A-F5DDBBC37AA8}" srcOrd="0" destOrd="0" presId="urn:microsoft.com/office/officeart/2018/2/layout/IconCircleList"/>
    <dgm:cxn modelId="{2C88D91E-D85F-4EDF-81A1-814312E8D83B}" type="presOf" srcId="{73180D0D-2EA5-42F3-9010-38E98CDBAD9D}" destId="{1C1ECB7D-B2F4-4C3A-AB7D-E06035ADB2D5}" srcOrd="0" destOrd="0" presId="urn:microsoft.com/office/officeart/2018/2/layout/IconCircleList"/>
    <dgm:cxn modelId="{3639C32B-F2E1-46E0-85AD-C200DCDA54B4}" srcId="{241B049F-78CE-46B3-8237-A34735DD7E08}" destId="{3818D54B-9645-4B79-ABAE-ED728BC8E8B6}" srcOrd="2" destOrd="0" parTransId="{2E6EE1EB-DCCA-4D96-9140-C8754CF52A47}" sibTransId="{F74AA5F2-90D7-42D8-AC89-4D64A2F03453}"/>
    <dgm:cxn modelId="{81BC653D-6904-4D41-BAA3-3476F40A17B2}" srcId="{241B049F-78CE-46B3-8237-A34735DD7E08}" destId="{E3692120-54EA-4423-8242-308E06C982BE}" srcOrd="0" destOrd="0" parTransId="{71B789F8-382A-4E8B-A0DE-C965B6A25656}" sibTransId="{73180D0D-2EA5-42F3-9010-38E98CDBAD9D}"/>
    <dgm:cxn modelId="{F7C58848-A3EF-49D6-BDB5-74DAD8B9AA6F}" srcId="{241B049F-78CE-46B3-8237-A34735DD7E08}" destId="{3573B216-1E16-4135-B647-793552AE1F53}" srcOrd="1" destOrd="0" parTransId="{A808DBF5-97D7-42E9-AF8C-1EB56E9D13F6}" sibTransId="{EE8DFE51-57B7-4585-AF4F-95666FEF1B9C}"/>
    <dgm:cxn modelId="{35687A4B-C1D7-4B80-9AF6-A9BEDCD3F2C6}" srcId="{241B049F-78CE-46B3-8237-A34735DD7E08}" destId="{524E74B7-08C1-4AB0-8609-9DDFB4BC4F8E}" srcOrd="3" destOrd="0" parTransId="{D3919E90-0AC0-47C9-B0E5-6666C0112824}" sibTransId="{6E38CE70-8C5E-458F-83F8-4C8846DA0DDB}"/>
    <dgm:cxn modelId="{97E32655-A79F-4AE8-9412-DABF17896285}" type="presOf" srcId="{3573B216-1E16-4135-B647-793552AE1F53}" destId="{E84DB449-FBF7-4549-A908-A05B9D0F287B}" srcOrd="0" destOrd="0" presId="urn:microsoft.com/office/officeart/2018/2/layout/IconCircleList"/>
    <dgm:cxn modelId="{7834EE67-9C3F-475A-A246-E1799FEB438C}" type="presOf" srcId="{E3692120-54EA-4423-8242-308E06C982BE}" destId="{6F8A6FAE-25BB-4773-BEE6-8417356F878D}" srcOrd="0" destOrd="0" presId="urn:microsoft.com/office/officeart/2018/2/layout/IconCircleList"/>
    <dgm:cxn modelId="{B7F51786-947F-4617-9552-1E63B78C4EA9}" type="presOf" srcId="{3818D54B-9645-4B79-ABAE-ED728BC8E8B6}" destId="{0C6EDC76-33C9-4293-BCF8-5733620DD24A}" srcOrd="0" destOrd="0" presId="urn:microsoft.com/office/officeart/2018/2/layout/IconCircleList"/>
    <dgm:cxn modelId="{5080DA97-A5AA-4F81-8BD2-BEAF7D0E6229}" type="presOf" srcId="{524E74B7-08C1-4AB0-8609-9DDFB4BC4F8E}" destId="{6338B89E-0432-4311-BD69-603ED91668F8}" srcOrd="0" destOrd="0" presId="urn:microsoft.com/office/officeart/2018/2/layout/IconCircleList"/>
    <dgm:cxn modelId="{C9539CAE-5789-4B89-882C-D8C609E28F68}" type="presOf" srcId="{EE8DFE51-57B7-4585-AF4F-95666FEF1B9C}" destId="{E06381B1-4F3B-47BE-BF25-9D6D20104DDA}" srcOrd="0" destOrd="0" presId="urn:microsoft.com/office/officeart/2018/2/layout/IconCircleList"/>
    <dgm:cxn modelId="{589A2ADE-8F1A-4F7D-A3A3-9F2180C4071A}" type="presOf" srcId="{F74AA5F2-90D7-42D8-AC89-4D64A2F03453}" destId="{CA03C10E-D490-435F-950E-CD53B2BD9E8F}" srcOrd="0" destOrd="0" presId="urn:microsoft.com/office/officeart/2018/2/layout/IconCircleList"/>
    <dgm:cxn modelId="{C7C2BEBB-E3D7-4256-A141-E5369D615F04}" type="presParOf" srcId="{AE98D2A2-F641-4CD5-B16A-F5DDBBC37AA8}" destId="{B4C2B4DA-718A-457C-9F4B-A63844E6714D}" srcOrd="0" destOrd="0" presId="urn:microsoft.com/office/officeart/2018/2/layout/IconCircleList"/>
    <dgm:cxn modelId="{0B65BB48-1680-44E4-9409-3D54D808DF85}" type="presParOf" srcId="{B4C2B4DA-718A-457C-9F4B-A63844E6714D}" destId="{F582D18A-249C-4AC1-9910-E783B32D7585}" srcOrd="0" destOrd="0" presId="urn:microsoft.com/office/officeart/2018/2/layout/IconCircleList"/>
    <dgm:cxn modelId="{0BC26A1C-8B10-47B5-A48E-ACD41EE1CC48}" type="presParOf" srcId="{F582D18A-249C-4AC1-9910-E783B32D7585}" destId="{0CB3B680-2630-4B3F-83F5-A5A92B1BE842}" srcOrd="0" destOrd="0" presId="urn:microsoft.com/office/officeart/2018/2/layout/IconCircleList"/>
    <dgm:cxn modelId="{B7E0008B-73E1-4A58-9791-59A516FC68EF}" type="presParOf" srcId="{F582D18A-249C-4AC1-9910-E783B32D7585}" destId="{B3C6BF02-ABD7-46EA-875B-9E237A9D225D}" srcOrd="1" destOrd="0" presId="urn:microsoft.com/office/officeart/2018/2/layout/IconCircleList"/>
    <dgm:cxn modelId="{28C529BC-F014-4B66-B26C-E5EA2D842AEB}" type="presParOf" srcId="{F582D18A-249C-4AC1-9910-E783B32D7585}" destId="{9223D447-8510-4219-B90C-2673A6C76BD5}" srcOrd="2" destOrd="0" presId="urn:microsoft.com/office/officeart/2018/2/layout/IconCircleList"/>
    <dgm:cxn modelId="{0C4F9EF6-3BF7-492C-8D4D-73FC0D2BFBBF}" type="presParOf" srcId="{F582D18A-249C-4AC1-9910-E783B32D7585}" destId="{6F8A6FAE-25BB-4773-BEE6-8417356F878D}" srcOrd="3" destOrd="0" presId="urn:microsoft.com/office/officeart/2018/2/layout/IconCircleList"/>
    <dgm:cxn modelId="{48743DB3-3932-4263-9F62-948AE947375E}" type="presParOf" srcId="{B4C2B4DA-718A-457C-9F4B-A63844E6714D}" destId="{1C1ECB7D-B2F4-4C3A-AB7D-E06035ADB2D5}" srcOrd="1" destOrd="0" presId="urn:microsoft.com/office/officeart/2018/2/layout/IconCircleList"/>
    <dgm:cxn modelId="{A0090121-ADCD-4E08-AF9C-FAD7D15C3B60}" type="presParOf" srcId="{B4C2B4DA-718A-457C-9F4B-A63844E6714D}" destId="{A372233E-5517-4A68-86AD-68C143C60E7B}" srcOrd="2" destOrd="0" presId="urn:microsoft.com/office/officeart/2018/2/layout/IconCircleList"/>
    <dgm:cxn modelId="{B5EEBD46-E447-49C8-AD2D-D7C58374EB1A}" type="presParOf" srcId="{A372233E-5517-4A68-86AD-68C143C60E7B}" destId="{62000CE0-99DA-4DCE-879D-2AE60C12F240}" srcOrd="0" destOrd="0" presId="urn:microsoft.com/office/officeart/2018/2/layout/IconCircleList"/>
    <dgm:cxn modelId="{C53D2CBB-19C0-4774-8690-0A77D33B4115}" type="presParOf" srcId="{A372233E-5517-4A68-86AD-68C143C60E7B}" destId="{F8A2727B-32E3-4052-B001-95523138BB3C}" srcOrd="1" destOrd="0" presId="urn:microsoft.com/office/officeart/2018/2/layout/IconCircleList"/>
    <dgm:cxn modelId="{27EAEB7E-451C-450A-835A-098D5D3BCBAF}" type="presParOf" srcId="{A372233E-5517-4A68-86AD-68C143C60E7B}" destId="{570A5080-C230-42A0-AD58-9C57F99AF5D2}" srcOrd="2" destOrd="0" presId="urn:microsoft.com/office/officeart/2018/2/layout/IconCircleList"/>
    <dgm:cxn modelId="{968C17E0-3338-4816-A272-3829B0B3371F}" type="presParOf" srcId="{A372233E-5517-4A68-86AD-68C143C60E7B}" destId="{E84DB449-FBF7-4549-A908-A05B9D0F287B}" srcOrd="3" destOrd="0" presId="urn:microsoft.com/office/officeart/2018/2/layout/IconCircleList"/>
    <dgm:cxn modelId="{CCCD0820-054D-4318-B71B-66E3572F1A41}" type="presParOf" srcId="{B4C2B4DA-718A-457C-9F4B-A63844E6714D}" destId="{E06381B1-4F3B-47BE-BF25-9D6D20104DDA}" srcOrd="3" destOrd="0" presId="urn:microsoft.com/office/officeart/2018/2/layout/IconCircleList"/>
    <dgm:cxn modelId="{8363C13B-AAB9-4686-A575-F255AA8DB913}" type="presParOf" srcId="{B4C2B4DA-718A-457C-9F4B-A63844E6714D}" destId="{8DEFD85E-A02A-4F30-9DDC-718CF763A12E}" srcOrd="4" destOrd="0" presId="urn:microsoft.com/office/officeart/2018/2/layout/IconCircleList"/>
    <dgm:cxn modelId="{159DD3F3-1140-4F35-B26D-BB271D96DF6B}" type="presParOf" srcId="{8DEFD85E-A02A-4F30-9DDC-718CF763A12E}" destId="{BC88BE72-2BCD-4A51-95B4-973D77318C4F}" srcOrd="0" destOrd="0" presId="urn:microsoft.com/office/officeart/2018/2/layout/IconCircleList"/>
    <dgm:cxn modelId="{7CF9F697-83D8-45C6-9358-0970F5A92C6F}" type="presParOf" srcId="{8DEFD85E-A02A-4F30-9DDC-718CF763A12E}" destId="{5C415168-83CB-47DB-9CA2-03CA9B58EA54}" srcOrd="1" destOrd="0" presId="urn:microsoft.com/office/officeart/2018/2/layout/IconCircleList"/>
    <dgm:cxn modelId="{3CF0EA2B-43C9-49E9-9596-F448ED6B638C}" type="presParOf" srcId="{8DEFD85E-A02A-4F30-9DDC-718CF763A12E}" destId="{41EA5FF2-7D1D-4C46-AA70-DE4E44815303}" srcOrd="2" destOrd="0" presId="urn:microsoft.com/office/officeart/2018/2/layout/IconCircleList"/>
    <dgm:cxn modelId="{5EB9BAE0-CFE8-4E2D-965C-72D5FAFB4442}" type="presParOf" srcId="{8DEFD85E-A02A-4F30-9DDC-718CF763A12E}" destId="{0C6EDC76-33C9-4293-BCF8-5733620DD24A}" srcOrd="3" destOrd="0" presId="urn:microsoft.com/office/officeart/2018/2/layout/IconCircleList"/>
    <dgm:cxn modelId="{00D6FCCF-1652-441F-8EF0-4EEFB4449BB0}" type="presParOf" srcId="{B4C2B4DA-718A-457C-9F4B-A63844E6714D}" destId="{CA03C10E-D490-435F-950E-CD53B2BD9E8F}" srcOrd="5" destOrd="0" presId="urn:microsoft.com/office/officeart/2018/2/layout/IconCircleList"/>
    <dgm:cxn modelId="{A0D49553-5BB8-4BD3-B55D-F95A18EDD96B}" type="presParOf" srcId="{B4C2B4DA-718A-457C-9F4B-A63844E6714D}" destId="{CD26A0B2-77C3-4C87-82E9-3D7FD44BA361}" srcOrd="6" destOrd="0" presId="urn:microsoft.com/office/officeart/2018/2/layout/IconCircleList"/>
    <dgm:cxn modelId="{F0CCBFA4-0A8A-4E5B-BF4C-85A3CF91A457}" type="presParOf" srcId="{CD26A0B2-77C3-4C87-82E9-3D7FD44BA361}" destId="{0D5445E6-EE82-4CBD-BB09-E07684C0D54A}" srcOrd="0" destOrd="0" presId="urn:microsoft.com/office/officeart/2018/2/layout/IconCircleList"/>
    <dgm:cxn modelId="{C72D26C3-60A7-4141-A25F-1311ED1D290F}" type="presParOf" srcId="{CD26A0B2-77C3-4C87-82E9-3D7FD44BA361}" destId="{B6E7232C-5CBB-4F72-86F9-FE025F5D9C82}" srcOrd="1" destOrd="0" presId="urn:microsoft.com/office/officeart/2018/2/layout/IconCircleList"/>
    <dgm:cxn modelId="{07054D3B-ED10-47DD-98D9-CA86406E587A}" type="presParOf" srcId="{CD26A0B2-77C3-4C87-82E9-3D7FD44BA361}" destId="{581B8F20-1B00-41FE-A465-030C0C59EAA4}" srcOrd="2" destOrd="0" presId="urn:microsoft.com/office/officeart/2018/2/layout/IconCircleList"/>
    <dgm:cxn modelId="{6C29614F-20B1-4FB8-B31F-0715A6537130}" type="presParOf" srcId="{CD26A0B2-77C3-4C87-82E9-3D7FD44BA361}" destId="{6338B89E-0432-4311-BD69-603ED91668F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D2D1AE-F7D0-4F46-BF07-C91FE89AC53B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AF0BD4F-E6A0-443B-AACE-258825EA4EE6}">
      <dgm:prSet/>
      <dgm:spPr/>
      <dgm:t>
        <a:bodyPr/>
        <a:lstStyle/>
        <a:p>
          <a:r>
            <a:rPr lang="en-US" b="1"/>
            <a:t>Coverage Summary:</a:t>
          </a:r>
          <a:endParaRPr lang="en-US"/>
        </a:p>
      </dgm:t>
    </dgm:pt>
    <dgm:pt modelId="{8439A756-E586-4CDB-B91A-32A127CBD810}" type="parTrans" cxnId="{45816BC2-A940-4793-8D20-7F4FC0F497BA}">
      <dgm:prSet/>
      <dgm:spPr/>
      <dgm:t>
        <a:bodyPr/>
        <a:lstStyle/>
        <a:p>
          <a:endParaRPr lang="en-US"/>
        </a:p>
      </dgm:t>
    </dgm:pt>
    <dgm:pt modelId="{3324AC3E-B724-4F68-98E0-B576FD6AD523}" type="sibTrans" cxnId="{45816BC2-A940-4793-8D20-7F4FC0F497BA}">
      <dgm:prSet/>
      <dgm:spPr/>
      <dgm:t>
        <a:bodyPr/>
        <a:lstStyle/>
        <a:p>
          <a:endParaRPr lang="en-US"/>
        </a:p>
      </dgm:t>
    </dgm:pt>
    <dgm:pt modelId="{3E2E51E5-2DE0-48BD-BD0F-422943329B95}">
      <dgm:prSet/>
      <dgm:spPr/>
      <dgm:t>
        <a:bodyPr/>
        <a:lstStyle/>
        <a:p>
          <a:r>
            <a:rPr lang="en-US"/>
            <a:t>Student.java → 100%</a:t>
          </a:r>
        </a:p>
      </dgm:t>
    </dgm:pt>
    <dgm:pt modelId="{E038BE2D-161E-4C28-B275-8949CD1C73F6}" type="parTrans" cxnId="{0C66134A-2C51-41C3-B3BC-6C981383CA30}">
      <dgm:prSet/>
      <dgm:spPr/>
      <dgm:t>
        <a:bodyPr/>
        <a:lstStyle/>
        <a:p>
          <a:endParaRPr lang="en-US"/>
        </a:p>
      </dgm:t>
    </dgm:pt>
    <dgm:pt modelId="{0B9CC473-8162-421E-AF50-4F3334B541C4}" type="sibTrans" cxnId="{0C66134A-2C51-41C3-B3BC-6C981383CA30}">
      <dgm:prSet/>
      <dgm:spPr/>
      <dgm:t>
        <a:bodyPr/>
        <a:lstStyle/>
        <a:p>
          <a:endParaRPr lang="en-US"/>
        </a:p>
      </dgm:t>
    </dgm:pt>
    <dgm:pt modelId="{44834F3F-CDD6-4C38-9FF0-E399C1058589}">
      <dgm:prSet/>
      <dgm:spPr/>
      <dgm:t>
        <a:bodyPr/>
        <a:lstStyle/>
        <a:p>
          <a:r>
            <a:rPr lang="en-US"/>
            <a:t>Course.java → 100%</a:t>
          </a:r>
        </a:p>
      </dgm:t>
    </dgm:pt>
    <dgm:pt modelId="{BC1EFB34-3F2B-425D-B7D4-9748153CE27A}" type="parTrans" cxnId="{91551CD8-F568-49E7-9095-D5A1C80653CA}">
      <dgm:prSet/>
      <dgm:spPr/>
      <dgm:t>
        <a:bodyPr/>
        <a:lstStyle/>
        <a:p>
          <a:endParaRPr lang="en-US"/>
        </a:p>
      </dgm:t>
    </dgm:pt>
    <dgm:pt modelId="{8BEFFA52-29F8-4A7F-8769-D638D7AFB679}" type="sibTrans" cxnId="{91551CD8-F568-49E7-9095-D5A1C80653CA}">
      <dgm:prSet/>
      <dgm:spPr/>
      <dgm:t>
        <a:bodyPr/>
        <a:lstStyle/>
        <a:p>
          <a:endParaRPr lang="en-US"/>
        </a:p>
      </dgm:t>
    </dgm:pt>
    <dgm:pt modelId="{73A0E1A0-2056-4424-B4A0-06CFCB36046F}">
      <dgm:prSet/>
      <dgm:spPr/>
      <dgm:t>
        <a:bodyPr/>
        <a:lstStyle/>
        <a:p>
          <a:r>
            <a:rPr lang="en-US"/>
            <a:t>GradeCalculator.java → 100%</a:t>
          </a:r>
        </a:p>
      </dgm:t>
    </dgm:pt>
    <dgm:pt modelId="{D21A1C5C-EF10-4628-92C2-3423A5F781F1}" type="parTrans" cxnId="{E298CACC-A473-4B03-98CE-42C07BEECE4F}">
      <dgm:prSet/>
      <dgm:spPr/>
      <dgm:t>
        <a:bodyPr/>
        <a:lstStyle/>
        <a:p>
          <a:endParaRPr lang="en-US"/>
        </a:p>
      </dgm:t>
    </dgm:pt>
    <dgm:pt modelId="{ECDEE960-D853-4A2B-9A33-EAEF7AB86000}" type="sibTrans" cxnId="{E298CACC-A473-4B03-98CE-42C07BEECE4F}">
      <dgm:prSet/>
      <dgm:spPr/>
      <dgm:t>
        <a:bodyPr/>
        <a:lstStyle/>
        <a:p>
          <a:endParaRPr lang="en-US"/>
        </a:p>
      </dgm:t>
    </dgm:pt>
    <dgm:pt modelId="{DB79129E-AC23-46B4-9384-530B810E9561}">
      <dgm:prSet/>
      <dgm:spPr/>
      <dgm:t>
        <a:bodyPr/>
        <a:lstStyle/>
        <a:p>
          <a:r>
            <a:rPr lang="en-US"/>
            <a:t>All instructions covered, no missed lines</a:t>
          </a:r>
        </a:p>
      </dgm:t>
    </dgm:pt>
    <dgm:pt modelId="{40B0F935-24F6-4091-8CBF-BE7A05BA3CAB}" type="parTrans" cxnId="{0927B778-C5B3-4529-B98B-8ACA1E937AB6}">
      <dgm:prSet/>
      <dgm:spPr/>
      <dgm:t>
        <a:bodyPr/>
        <a:lstStyle/>
        <a:p>
          <a:endParaRPr lang="en-US"/>
        </a:p>
      </dgm:t>
    </dgm:pt>
    <dgm:pt modelId="{B3499A09-4A02-4C63-9B23-389C109FD87E}" type="sibTrans" cxnId="{0927B778-C5B3-4529-B98B-8ACA1E937AB6}">
      <dgm:prSet/>
      <dgm:spPr/>
      <dgm:t>
        <a:bodyPr/>
        <a:lstStyle/>
        <a:p>
          <a:endParaRPr lang="en-US"/>
        </a:p>
      </dgm:t>
    </dgm:pt>
    <dgm:pt modelId="{03348D81-2697-460C-AD7E-03626BAB4E8E}">
      <dgm:prSet/>
      <dgm:spPr/>
      <dgm:t>
        <a:bodyPr/>
        <a:lstStyle/>
        <a:p>
          <a:r>
            <a:rPr lang="en-US" i="1"/>
            <a:t>(Insert the coverage screenshot here — the one with the table)</a:t>
          </a:r>
          <a:endParaRPr lang="en-US"/>
        </a:p>
      </dgm:t>
    </dgm:pt>
    <dgm:pt modelId="{6A39F03C-2827-4929-AD2D-2747AF2E2E0E}" type="parTrans" cxnId="{3B4F3E70-F9BB-4CBC-AFCD-7A870AAC6293}">
      <dgm:prSet/>
      <dgm:spPr/>
      <dgm:t>
        <a:bodyPr/>
        <a:lstStyle/>
        <a:p>
          <a:endParaRPr lang="en-US"/>
        </a:p>
      </dgm:t>
    </dgm:pt>
    <dgm:pt modelId="{C041EC51-D082-479E-89DD-3EE1C0E669FA}" type="sibTrans" cxnId="{3B4F3E70-F9BB-4CBC-AFCD-7A870AAC6293}">
      <dgm:prSet/>
      <dgm:spPr/>
      <dgm:t>
        <a:bodyPr/>
        <a:lstStyle/>
        <a:p>
          <a:endParaRPr lang="en-US"/>
        </a:p>
      </dgm:t>
    </dgm:pt>
    <dgm:pt modelId="{252AEA27-3B20-1D4C-BC99-5F93E69C4B02}" type="pres">
      <dgm:prSet presAssocID="{76D2D1AE-F7D0-4F46-BF07-C91FE89AC53B}" presName="linear" presStyleCnt="0">
        <dgm:presLayoutVars>
          <dgm:animLvl val="lvl"/>
          <dgm:resizeHandles val="exact"/>
        </dgm:presLayoutVars>
      </dgm:prSet>
      <dgm:spPr/>
    </dgm:pt>
    <dgm:pt modelId="{9623B2CF-C6CE-C644-8184-3D034057E22F}" type="pres">
      <dgm:prSet presAssocID="{AAF0BD4F-E6A0-443B-AACE-258825EA4EE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124FD35-CF7E-EF49-887F-05FC38600B34}" type="pres">
      <dgm:prSet presAssocID="{3324AC3E-B724-4F68-98E0-B576FD6AD523}" presName="spacer" presStyleCnt="0"/>
      <dgm:spPr/>
    </dgm:pt>
    <dgm:pt modelId="{0793855F-6D15-2A4F-89C8-AC1DE5FC8CBD}" type="pres">
      <dgm:prSet presAssocID="{3E2E51E5-2DE0-48BD-BD0F-422943329B9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6EA93A3-050C-644D-AA6D-C36B9876E54F}" type="pres">
      <dgm:prSet presAssocID="{0B9CC473-8162-421E-AF50-4F3334B541C4}" presName="spacer" presStyleCnt="0"/>
      <dgm:spPr/>
    </dgm:pt>
    <dgm:pt modelId="{8CD37E59-5C23-ED48-94B8-C0D9921721A3}" type="pres">
      <dgm:prSet presAssocID="{44834F3F-CDD6-4C38-9FF0-E399C105858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14BFCEF-8DF4-284A-A46D-75561DB2EC42}" type="pres">
      <dgm:prSet presAssocID="{8BEFFA52-29F8-4A7F-8769-D638D7AFB679}" presName="spacer" presStyleCnt="0"/>
      <dgm:spPr/>
    </dgm:pt>
    <dgm:pt modelId="{16164A11-6002-444E-8BA4-E5EBB1F7B37F}" type="pres">
      <dgm:prSet presAssocID="{73A0E1A0-2056-4424-B4A0-06CFCB36046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90DE7B0B-11AC-5241-BF70-BDCBB33599BB}" type="pres">
      <dgm:prSet presAssocID="{ECDEE960-D853-4A2B-9A33-EAEF7AB86000}" presName="spacer" presStyleCnt="0"/>
      <dgm:spPr/>
    </dgm:pt>
    <dgm:pt modelId="{A674345C-E5C9-4845-BEFF-50FDC39391E6}" type="pres">
      <dgm:prSet presAssocID="{DB79129E-AC23-46B4-9384-530B810E956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45E256E-C8D0-7148-AFB4-E92561C8C8CE}" type="pres">
      <dgm:prSet presAssocID="{B3499A09-4A02-4C63-9B23-389C109FD87E}" presName="spacer" presStyleCnt="0"/>
      <dgm:spPr/>
    </dgm:pt>
    <dgm:pt modelId="{E27716D8-124A-BB4B-A543-00C6952CD8D6}" type="pres">
      <dgm:prSet presAssocID="{03348D81-2697-460C-AD7E-03626BAB4E8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37AD6522-3CE3-F24A-AF7F-1B97B2ABED84}" type="presOf" srcId="{AAF0BD4F-E6A0-443B-AACE-258825EA4EE6}" destId="{9623B2CF-C6CE-C644-8184-3D034057E22F}" srcOrd="0" destOrd="0" presId="urn:microsoft.com/office/officeart/2005/8/layout/vList2"/>
    <dgm:cxn modelId="{0C66134A-2C51-41C3-B3BC-6C981383CA30}" srcId="{76D2D1AE-F7D0-4F46-BF07-C91FE89AC53B}" destId="{3E2E51E5-2DE0-48BD-BD0F-422943329B95}" srcOrd="1" destOrd="0" parTransId="{E038BE2D-161E-4C28-B275-8949CD1C73F6}" sibTransId="{0B9CC473-8162-421E-AF50-4F3334B541C4}"/>
    <dgm:cxn modelId="{3B4F3E70-F9BB-4CBC-AFCD-7A870AAC6293}" srcId="{76D2D1AE-F7D0-4F46-BF07-C91FE89AC53B}" destId="{03348D81-2697-460C-AD7E-03626BAB4E8E}" srcOrd="5" destOrd="0" parTransId="{6A39F03C-2827-4929-AD2D-2747AF2E2E0E}" sibTransId="{C041EC51-D082-479E-89DD-3EE1C0E669FA}"/>
    <dgm:cxn modelId="{0927B778-C5B3-4529-B98B-8ACA1E937AB6}" srcId="{76D2D1AE-F7D0-4F46-BF07-C91FE89AC53B}" destId="{DB79129E-AC23-46B4-9384-530B810E9561}" srcOrd="4" destOrd="0" parTransId="{40B0F935-24F6-4091-8CBF-BE7A05BA3CAB}" sibTransId="{B3499A09-4A02-4C63-9B23-389C109FD87E}"/>
    <dgm:cxn modelId="{EA9AE37F-10C2-3649-BDD8-D1218FCFF2B7}" type="presOf" srcId="{DB79129E-AC23-46B4-9384-530B810E9561}" destId="{A674345C-E5C9-4845-BEFF-50FDC39391E6}" srcOrd="0" destOrd="0" presId="urn:microsoft.com/office/officeart/2005/8/layout/vList2"/>
    <dgm:cxn modelId="{F8E12EA9-B1DE-2947-9198-E86AB7E9B0A0}" type="presOf" srcId="{03348D81-2697-460C-AD7E-03626BAB4E8E}" destId="{E27716D8-124A-BB4B-A543-00C6952CD8D6}" srcOrd="0" destOrd="0" presId="urn:microsoft.com/office/officeart/2005/8/layout/vList2"/>
    <dgm:cxn modelId="{0B5603C1-5758-954C-BC36-A6D56241527F}" type="presOf" srcId="{44834F3F-CDD6-4C38-9FF0-E399C1058589}" destId="{8CD37E59-5C23-ED48-94B8-C0D9921721A3}" srcOrd="0" destOrd="0" presId="urn:microsoft.com/office/officeart/2005/8/layout/vList2"/>
    <dgm:cxn modelId="{45816BC2-A940-4793-8D20-7F4FC0F497BA}" srcId="{76D2D1AE-F7D0-4F46-BF07-C91FE89AC53B}" destId="{AAF0BD4F-E6A0-443B-AACE-258825EA4EE6}" srcOrd="0" destOrd="0" parTransId="{8439A756-E586-4CDB-B91A-32A127CBD810}" sibTransId="{3324AC3E-B724-4F68-98E0-B576FD6AD523}"/>
    <dgm:cxn modelId="{56253AC4-18C0-BE44-A41C-63C156883504}" type="presOf" srcId="{73A0E1A0-2056-4424-B4A0-06CFCB36046F}" destId="{16164A11-6002-444E-8BA4-E5EBB1F7B37F}" srcOrd="0" destOrd="0" presId="urn:microsoft.com/office/officeart/2005/8/layout/vList2"/>
    <dgm:cxn modelId="{0DA45BCA-BDF6-954C-AF94-957FC77CDB14}" type="presOf" srcId="{76D2D1AE-F7D0-4F46-BF07-C91FE89AC53B}" destId="{252AEA27-3B20-1D4C-BC99-5F93E69C4B02}" srcOrd="0" destOrd="0" presId="urn:microsoft.com/office/officeart/2005/8/layout/vList2"/>
    <dgm:cxn modelId="{E298CACC-A473-4B03-98CE-42C07BEECE4F}" srcId="{76D2D1AE-F7D0-4F46-BF07-C91FE89AC53B}" destId="{73A0E1A0-2056-4424-B4A0-06CFCB36046F}" srcOrd="3" destOrd="0" parTransId="{D21A1C5C-EF10-4628-92C2-3423A5F781F1}" sibTransId="{ECDEE960-D853-4A2B-9A33-EAEF7AB86000}"/>
    <dgm:cxn modelId="{91551CD8-F568-49E7-9095-D5A1C80653CA}" srcId="{76D2D1AE-F7D0-4F46-BF07-C91FE89AC53B}" destId="{44834F3F-CDD6-4C38-9FF0-E399C1058589}" srcOrd="2" destOrd="0" parTransId="{BC1EFB34-3F2B-425D-B7D4-9748153CE27A}" sibTransId="{8BEFFA52-29F8-4A7F-8769-D638D7AFB679}"/>
    <dgm:cxn modelId="{0C91D9E9-3999-C64A-B39D-8F02FAE31A4F}" type="presOf" srcId="{3E2E51E5-2DE0-48BD-BD0F-422943329B95}" destId="{0793855F-6D15-2A4F-89C8-AC1DE5FC8CBD}" srcOrd="0" destOrd="0" presId="urn:microsoft.com/office/officeart/2005/8/layout/vList2"/>
    <dgm:cxn modelId="{7F827274-7C8D-8146-B58C-09C47580F710}" type="presParOf" srcId="{252AEA27-3B20-1D4C-BC99-5F93E69C4B02}" destId="{9623B2CF-C6CE-C644-8184-3D034057E22F}" srcOrd="0" destOrd="0" presId="urn:microsoft.com/office/officeart/2005/8/layout/vList2"/>
    <dgm:cxn modelId="{5C8852D6-8296-CD4F-BF4A-A307AC083F13}" type="presParOf" srcId="{252AEA27-3B20-1D4C-BC99-5F93E69C4B02}" destId="{9124FD35-CF7E-EF49-887F-05FC38600B34}" srcOrd="1" destOrd="0" presId="urn:microsoft.com/office/officeart/2005/8/layout/vList2"/>
    <dgm:cxn modelId="{AA64AB1A-42F3-C448-8D1B-1EC0118E2DF2}" type="presParOf" srcId="{252AEA27-3B20-1D4C-BC99-5F93E69C4B02}" destId="{0793855F-6D15-2A4F-89C8-AC1DE5FC8CBD}" srcOrd="2" destOrd="0" presId="urn:microsoft.com/office/officeart/2005/8/layout/vList2"/>
    <dgm:cxn modelId="{91175158-A3A3-8149-9770-6C9874DDE09E}" type="presParOf" srcId="{252AEA27-3B20-1D4C-BC99-5F93E69C4B02}" destId="{A6EA93A3-050C-644D-AA6D-C36B9876E54F}" srcOrd="3" destOrd="0" presId="urn:microsoft.com/office/officeart/2005/8/layout/vList2"/>
    <dgm:cxn modelId="{F7AD7869-6C65-084F-8953-8C606903A1C0}" type="presParOf" srcId="{252AEA27-3B20-1D4C-BC99-5F93E69C4B02}" destId="{8CD37E59-5C23-ED48-94B8-C0D9921721A3}" srcOrd="4" destOrd="0" presId="urn:microsoft.com/office/officeart/2005/8/layout/vList2"/>
    <dgm:cxn modelId="{D37FAE36-C8F6-4D41-85A1-6B298E84146B}" type="presParOf" srcId="{252AEA27-3B20-1D4C-BC99-5F93E69C4B02}" destId="{114BFCEF-8DF4-284A-A46D-75561DB2EC42}" srcOrd="5" destOrd="0" presId="urn:microsoft.com/office/officeart/2005/8/layout/vList2"/>
    <dgm:cxn modelId="{AA7CD891-6E35-844B-844E-FDB1EBF89521}" type="presParOf" srcId="{252AEA27-3B20-1D4C-BC99-5F93E69C4B02}" destId="{16164A11-6002-444E-8BA4-E5EBB1F7B37F}" srcOrd="6" destOrd="0" presId="urn:microsoft.com/office/officeart/2005/8/layout/vList2"/>
    <dgm:cxn modelId="{3C297A1F-4911-9145-810C-B4AB53C26089}" type="presParOf" srcId="{252AEA27-3B20-1D4C-BC99-5F93E69C4B02}" destId="{90DE7B0B-11AC-5241-BF70-BDCBB33599BB}" srcOrd="7" destOrd="0" presId="urn:microsoft.com/office/officeart/2005/8/layout/vList2"/>
    <dgm:cxn modelId="{CCC35A54-1198-E948-B276-B9D3EFDF5B6E}" type="presParOf" srcId="{252AEA27-3B20-1D4C-BC99-5F93E69C4B02}" destId="{A674345C-E5C9-4845-BEFF-50FDC39391E6}" srcOrd="8" destOrd="0" presId="urn:microsoft.com/office/officeart/2005/8/layout/vList2"/>
    <dgm:cxn modelId="{14FC01B4-3432-B548-81AC-3F0C98940642}" type="presParOf" srcId="{252AEA27-3B20-1D4C-BC99-5F93E69C4B02}" destId="{545E256E-C8D0-7148-AFB4-E92561C8C8CE}" srcOrd="9" destOrd="0" presId="urn:microsoft.com/office/officeart/2005/8/layout/vList2"/>
    <dgm:cxn modelId="{0E3B16D3-0416-0545-BF4E-13F7323C2262}" type="presParOf" srcId="{252AEA27-3B20-1D4C-BC99-5F93E69C4B02}" destId="{E27716D8-124A-BB4B-A543-00C6952CD8D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45C6E68-5CB3-4B9F-B2D9-B40380E792B6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ECEECE3-D0F8-4F37-B638-AA40EA25162F}">
      <dgm:prSet/>
      <dgm:spPr/>
      <dgm:t>
        <a:bodyPr/>
        <a:lstStyle/>
        <a:p>
          <a:r>
            <a:rPr lang="en-US"/>
            <a:t>The system was fully tested using industry-standard techniques</a:t>
          </a:r>
        </a:p>
      </dgm:t>
    </dgm:pt>
    <dgm:pt modelId="{9CFCB055-E0B7-4F70-85DC-121A3EAFFAF8}" type="parTrans" cxnId="{1A3B517C-ABD2-4314-9B0E-5E507CFD5D43}">
      <dgm:prSet/>
      <dgm:spPr/>
      <dgm:t>
        <a:bodyPr/>
        <a:lstStyle/>
        <a:p>
          <a:endParaRPr lang="en-US"/>
        </a:p>
      </dgm:t>
    </dgm:pt>
    <dgm:pt modelId="{C0A0E66A-59BA-4DC0-9697-FD8798327135}" type="sibTrans" cxnId="{1A3B517C-ABD2-4314-9B0E-5E507CFD5D43}">
      <dgm:prSet/>
      <dgm:spPr/>
      <dgm:t>
        <a:bodyPr/>
        <a:lstStyle/>
        <a:p>
          <a:endParaRPr lang="en-US"/>
        </a:p>
      </dgm:t>
    </dgm:pt>
    <dgm:pt modelId="{315EC4BF-78F7-4A16-B911-751AC6227FCC}">
      <dgm:prSet/>
      <dgm:spPr/>
      <dgm:t>
        <a:bodyPr/>
        <a:lstStyle/>
        <a:p>
          <a:r>
            <a:rPr lang="en-US"/>
            <a:t>All functionalities performed correctly under all input conditions</a:t>
          </a:r>
        </a:p>
      </dgm:t>
    </dgm:pt>
    <dgm:pt modelId="{5A0E8274-6497-4CB3-9D38-77346A885989}" type="parTrans" cxnId="{BB045B65-90A9-4DA7-B537-39DF1EA3811D}">
      <dgm:prSet/>
      <dgm:spPr/>
      <dgm:t>
        <a:bodyPr/>
        <a:lstStyle/>
        <a:p>
          <a:endParaRPr lang="en-US"/>
        </a:p>
      </dgm:t>
    </dgm:pt>
    <dgm:pt modelId="{C29C15AF-5613-4CA3-B9B4-2A69A99CA74B}" type="sibTrans" cxnId="{BB045B65-90A9-4DA7-B537-39DF1EA3811D}">
      <dgm:prSet/>
      <dgm:spPr/>
      <dgm:t>
        <a:bodyPr/>
        <a:lstStyle/>
        <a:p>
          <a:endParaRPr lang="en-US"/>
        </a:p>
      </dgm:t>
    </dgm:pt>
    <dgm:pt modelId="{4051E0BA-4CD4-450E-AA06-C1BCCA6AACCE}">
      <dgm:prSet/>
      <dgm:spPr/>
      <dgm:t>
        <a:bodyPr/>
        <a:lstStyle/>
        <a:p>
          <a:r>
            <a:rPr lang="en-US"/>
            <a:t>EP &amp; BVA confirmed valid, boundary, and invalid behaviors</a:t>
          </a:r>
        </a:p>
      </dgm:t>
    </dgm:pt>
    <dgm:pt modelId="{0E365B22-5F1C-4DBE-88B4-2C03C55DC387}" type="parTrans" cxnId="{3F2147C2-AC73-4BFD-A62B-641F0515A2AF}">
      <dgm:prSet/>
      <dgm:spPr/>
      <dgm:t>
        <a:bodyPr/>
        <a:lstStyle/>
        <a:p>
          <a:endParaRPr lang="en-US"/>
        </a:p>
      </dgm:t>
    </dgm:pt>
    <dgm:pt modelId="{E9DED949-6C1F-4AFE-84A3-1B889982D4DF}" type="sibTrans" cxnId="{3F2147C2-AC73-4BFD-A62B-641F0515A2AF}">
      <dgm:prSet/>
      <dgm:spPr/>
      <dgm:t>
        <a:bodyPr/>
        <a:lstStyle/>
        <a:p>
          <a:endParaRPr lang="en-US"/>
        </a:p>
      </dgm:t>
    </dgm:pt>
    <dgm:pt modelId="{92F3EB05-F02E-4A53-9AEF-4F6ED8E7D6B5}">
      <dgm:prSet/>
      <dgm:spPr/>
      <dgm:t>
        <a:bodyPr/>
        <a:lstStyle/>
        <a:p>
          <a:r>
            <a:rPr lang="en-US"/>
            <a:t>JUnit tests validated internal logic</a:t>
          </a:r>
        </a:p>
      </dgm:t>
    </dgm:pt>
    <dgm:pt modelId="{E80319DC-D771-4E5F-AFD9-0F2EC021A8E2}" type="parTrans" cxnId="{076622B3-4CE5-44FC-A8BD-5FE1A1FAFB50}">
      <dgm:prSet/>
      <dgm:spPr/>
      <dgm:t>
        <a:bodyPr/>
        <a:lstStyle/>
        <a:p>
          <a:endParaRPr lang="en-US"/>
        </a:p>
      </dgm:t>
    </dgm:pt>
    <dgm:pt modelId="{15F58457-6195-4CF6-B9E7-0CBDE1577B69}" type="sibTrans" cxnId="{076622B3-4CE5-44FC-A8BD-5FE1A1FAFB50}">
      <dgm:prSet/>
      <dgm:spPr/>
      <dgm:t>
        <a:bodyPr/>
        <a:lstStyle/>
        <a:p>
          <a:endParaRPr lang="en-US"/>
        </a:p>
      </dgm:t>
    </dgm:pt>
    <dgm:pt modelId="{DBF845E1-26E6-4690-A2DC-9245F1C8715E}">
      <dgm:prSet/>
      <dgm:spPr/>
      <dgm:t>
        <a:bodyPr/>
        <a:lstStyle/>
        <a:p>
          <a:r>
            <a:rPr lang="en-US"/>
            <a:t>Achieved </a:t>
          </a:r>
          <a:r>
            <a:rPr lang="en-US" b="1"/>
            <a:t>100% code coverage</a:t>
          </a:r>
          <a:endParaRPr lang="en-US"/>
        </a:p>
      </dgm:t>
    </dgm:pt>
    <dgm:pt modelId="{801752B4-D8BC-41EC-8E4D-9C5CE9C0268E}" type="parTrans" cxnId="{90F4D2E2-1B66-4499-B7E6-F8D5BECC632C}">
      <dgm:prSet/>
      <dgm:spPr/>
      <dgm:t>
        <a:bodyPr/>
        <a:lstStyle/>
        <a:p>
          <a:endParaRPr lang="en-US"/>
        </a:p>
      </dgm:t>
    </dgm:pt>
    <dgm:pt modelId="{35CAA7E3-DF93-4D1B-BC3C-AF7E3B1C45FB}" type="sibTrans" cxnId="{90F4D2E2-1B66-4499-B7E6-F8D5BECC632C}">
      <dgm:prSet/>
      <dgm:spPr/>
      <dgm:t>
        <a:bodyPr/>
        <a:lstStyle/>
        <a:p>
          <a:endParaRPr lang="en-US"/>
        </a:p>
      </dgm:t>
    </dgm:pt>
    <dgm:pt modelId="{CBAF1BD2-834A-44AD-B3A1-293B5B2FD6E2}">
      <dgm:prSet/>
      <dgm:spPr/>
      <dgm:t>
        <a:bodyPr/>
        <a:lstStyle/>
        <a:p>
          <a:r>
            <a:rPr lang="en-US"/>
            <a:t>System is stable, correct, and ready</a:t>
          </a:r>
        </a:p>
      </dgm:t>
    </dgm:pt>
    <dgm:pt modelId="{4FA0CAC5-82C6-4D7E-80AB-A3F523263852}" type="parTrans" cxnId="{0294E9C8-C626-4E66-A86E-3DD414E9C9EE}">
      <dgm:prSet/>
      <dgm:spPr/>
      <dgm:t>
        <a:bodyPr/>
        <a:lstStyle/>
        <a:p>
          <a:endParaRPr lang="en-US"/>
        </a:p>
      </dgm:t>
    </dgm:pt>
    <dgm:pt modelId="{8D489240-C211-4597-A7F0-24D11750730C}" type="sibTrans" cxnId="{0294E9C8-C626-4E66-A86E-3DD414E9C9EE}">
      <dgm:prSet/>
      <dgm:spPr/>
      <dgm:t>
        <a:bodyPr/>
        <a:lstStyle/>
        <a:p>
          <a:endParaRPr lang="en-US"/>
        </a:p>
      </dgm:t>
    </dgm:pt>
    <dgm:pt modelId="{4D034E8E-7551-E04C-8351-B88904198F85}" type="pres">
      <dgm:prSet presAssocID="{F45C6E68-5CB3-4B9F-B2D9-B40380E792B6}" presName="vert0" presStyleCnt="0">
        <dgm:presLayoutVars>
          <dgm:dir/>
          <dgm:animOne val="branch"/>
          <dgm:animLvl val="lvl"/>
        </dgm:presLayoutVars>
      </dgm:prSet>
      <dgm:spPr/>
    </dgm:pt>
    <dgm:pt modelId="{B2F1AE7B-E05E-F142-B6ED-E03957827589}" type="pres">
      <dgm:prSet presAssocID="{0ECEECE3-D0F8-4F37-B638-AA40EA25162F}" presName="thickLine" presStyleLbl="alignNode1" presStyleIdx="0" presStyleCnt="6"/>
      <dgm:spPr/>
    </dgm:pt>
    <dgm:pt modelId="{B85F1FB8-CE96-6642-A4EA-9C8C90DB473C}" type="pres">
      <dgm:prSet presAssocID="{0ECEECE3-D0F8-4F37-B638-AA40EA25162F}" presName="horz1" presStyleCnt="0"/>
      <dgm:spPr/>
    </dgm:pt>
    <dgm:pt modelId="{9BBE3A68-4BA9-DE41-B32F-42DE1D0DE6FE}" type="pres">
      <dgm:prSet presAssocID="{0ECEECE3-D0F8-4F37-B638-AA40EA25162F}" presName="tx1" presStyleLbl="revTx" presStyleIdx="0" presStyleCnt="6"/>
      <dgm:spPr/>
    </dgm:pt>
    <dgm:pt modelId="{454C5ECD-7E71-EE4E-94C7-6E294A884AC1}" type="pres">
      <dgm:prSet presAssocID="{0ECEECE3-D0F8-4F37-B638-AA40EA25162F}" presName="vert1" presStyleCnt="0"/>
      <dgm:spPr/>
    </dgm:pt>
    <dgm:pt modelId="{7DEB5B86-618A-414A-BCB1-D00F5DB6DF69}" type="pres">
      <dgm:prSet presAssocID="{315EC4BF-78F7-4A16-B911-751AC6227FCC}" presName="thickLine" presStyleLbl="alignNode1" presStyleIdx="1" presStyleCnt="6"/>
      <dgm:spPr/>
    </dgm:pt>
    <dgm:pt modelId="{72666108-3396-204E-A4A9-EE5A535EB8EB}" type="pres">
      <dgm:prSet presAssocID="{315EC4BF-78F7-4A16-B911-751AC6227FCC}" presName="horz1" presStyleCnt="0"/>
      <dgm:spPr/>
    </dgm:pt>
    <dgm:pt modelId="{7D687C88-AB17-5E41-9567-E295235BC6DA}" type="pres">
      <dgm:prSet presAssocID="{315EC4BF-78F7-4A16-B911-751AC6227FCC}" presName="tx1" presStyleLbl="revTx" presStyleIdx="1" presStyleCnt="6"/>
      <dgm:spPr/>
    </dgm:pt>
    <dgm:pt modelId="{1043E2CA-6C46-9940-8EEE-5F90A85026B4}" type="pres">
      <dgm:prSet presAssocID="{315EC4BF-78F7-4A16-B911-751AC6227FCC}" presName="vert1" presStyleCnt="0"/>
      <dgm:spPr/>
    </dgm:pt>
    <dgm:pt modelId="{2ECD7F54-66A4-5A47-A994-0E892D4D9F6E}" type="pres">
      <dgm:prSet presAssocID="{4051E0BA-4CD4-450E-AA06-C1BCCA6AACCE}" presName="thickLine" presStyleLbl="alignNode1" presStyleIdx="2" presStyleCnt="6"/>
      <dgm:spPr/>
    </dgm:pt>
    <dgm:pt modelId="{CA21A472-6BBE-554B-B58B-ADE1BE59DBD6}" type="pres">
      <dgm:prSet presAssocID="{4051E0BA-4CD4-450E-AA06-C1BCCA6AACCE}" presName="horz1" presStyleCnt="0"/>
      <dgm:spPr/>
    </dgm:pt>
    <dgm:pt modelId="{295105C6-97E2-A14A-9974-9F017209CAE3}" type="pres">
      <dgm:prSet presAssocID="{4051E0BA-4CD4-450E-AA06-C1BCCA6AACCE}" presName="tx1" presStyleLbl="revTx" presStyleIdx="2" presStyleCnt="6"/>
      <dgm:spPr/>
    </dgm:pt>
    <dgm:pt modelId="{B81E03C0-2932-2742-BEF3-99E946EFF5F7}" type="pres">
      <dgm:prSet presAssocID="{4051E0BA-4CD4-450E-AA06-C1BCCA6AACCE}" presName="vert1" presStyleCnt="0"/>
      <dgm:spPr/>
    </dgm:pt>
    <dgm:pt modelId="{820D2D56-1BEF-0640-8FFA-7A5A2EA49615}" type="pres">
      <dgm:prSet presAssocID="{92F3EB05-F02E-4A53-9AEF-4F6ED8E7D6B5}" presName="thickLine" presStyleLbl="alignNode1" presStyleIdx="3" presStyleCnt="6"/>
      <dgm:spPr/>
    </dgm:pt>
    <dgm:pt modelId="{D23A8419-9B0C-7440-874D-B92D3EA28061}" type="pres">
      <dgm:prSet presAssocID="{92F3EB05-F02E-4A53-9AEF-4F6ED8E7D6B5}" presName="horz1" presStyleCnt="0"/>
      <dgm:spPr/>
    </dgm:pt>
    <dgm:pt modelId="{4A9964F2-285F-3940-9EEF-38A3AA37D71B}" type="pres">
      <dgm:prSet presAssocID="{92F3EB05-F02E-4A53-9AEF-4F6ED8E7D6B5}" presName="tx1" presStyleLbl="revTx" presStyleIdx="3" presStyleCnt="6"/>
      <dgm:spPr/>
    </dgm:pt>
    <dgm:pt modelId="{20DCF6B2-F7DF-4046-927D-CB9FCFFB3291}" type="pres">
      <dgm:prSet presAssocID="{92F3EB05-F02E-4A53-9AEF-4F6ED8E7D6B5}" presName="vert1" presStyleCnt="0"/>
      <dgm:spPr/>
    </dgm:pt>
    <dgm:pt modelId="{E83A1316-A9B9-C742-8769-015B0972BD90}" type="pres">
      <dgm:prSet presAssocID="{DBF845E1-26E6-4690-A2DC-9245F1C8715E}" presName="thickLine" presStyleLbl="alignNode1" presStyleIdx="4" presStyleCnt="6"/>
      <dgm:spPr/>
    </dgm:pt>
    <dgm:pt modelId="{F41C3F86-03B9-8C4E-8A6E-F3749E971CE0}" type="pres">
      <dgm:prSet presAssocID="{DBF845E1-26E6-4690-A2DC-9245F1C8715E}" presName="horz1" presStyleCnt="0"/>
      <dgm:spPr/>
    </dgm:pt>
    <dgm:pt modelId="{4846346D-49B9-DA43-BB56-679D6D4E9E69}" type="pres">
      <dgm:prSet presAssocID="{DBF845E1-26E6-4690-A2DC-9245F1C8715E}" presName="tx1" presStyleLbl="revTx" presStyleIdx="4" presStyleCnt="6"/>
      <dgm:spPr/>
    </dgm:pt>
    <dgm:pt modelId="{3B5308F5-7CF3-6C4B-AE87-4F711BFE5BBB}" type="pres">
      <dgm:prSet presAssocID="{DBF845E1-26E6-4690-A2DC-9245F1C8715E}" presName="vert1" presStyleCnt="0"/>
      <dgm:spPr/>
    </dgm:pt>
    <dgm:pt modelId="{7DEB85A0-C333-B248-B4DA-8B24C918FDF5}" type="pres">
      <dgm:prSet presAssocID="{CBAF1BD2-834A-44AD-B3A1-293B5B2FD6E2}" presName="thickLine" presStyleLbl="alignNode1" presStyleIdx="5" presStyleCnt="6"/>
      <dgm:spPr/>
    </dgm:pt>
    <dgm:pt modelId="{4F558EB5-6FA9-584A-AD63-14904DDAB952}" type="pres">
      <dgm:prSet presAssocID="{CBAF1BD2-834A-44AD-B3A1-293B5B2FD6E2}" presName="horz1" presStyleCnt="0"/>
      <dgm:spPr/>
    </dgm:pt>
    <dgm:pt modelId="{552CF957-9E68-4E4F-AFC9-27110F916377}" type="pres">
      <dgm:prSet presAssocID="{CBAF1BD2-834A-44AD-B3A1-293B5B2FD6E2}" presName="tx1" presStyleLbl="revTx" presStyleIdx="5" presStyleCnt="6"/>
      <dgm:spPr/>
    </dgm:pt>
    <dgm:pt modelId="{859291E5-8638-B245-8CA2-24EC439F6411}" type="pres">
      <dgm:prSet presAssocID="{CBAF1BD2-834A-44AD-B3A1-293B5B2FD6E2}" presName="vert1" presStyleCnt="0"/>
      <dgm:spPr/>
    </dgm:pt>
  </dgm:ptLst>
  <dgm:cxnLst>
    <dgm:cxn modelId="{4462880C-70BC-B549-AE46-5C273745F311}" type="presOf" srcId="{4051E0BA-4CD4-450E-AA06-C1BCCA6AACCE}" destId="{295105C6-97E2-A14A-9974-9F017209CAE3}" srcOrd="0" destOrd="0" presId="urn:microsoft.com/office/officeart/2008/layout/LinedList"/>
    <dgm:cxn modelId="{C2BEC52E-BEA3-384C-BBD7-3B929AD0A8A6}" type="presOf" srcId="{315EC4BF-78F7-4A16-B911-751AC6227FCC}" destId="{7D687C88-AB17-5E41-9567-E295235BC6DA}" srcOrd="0" destOrd="0" presId="urn:microsoft.com/office/officeart/2008/layout/LinedList"/>
    <dgm:cxn modelId="{0D57DF3E-AB70-3C4C-B588-D1B27CE02AD6}" type="presOf" srcId="{DBF845E1-26E6-4690-A2DC-9245F1C8715E}" destId="{4846346D-49B9-DA43-BB56-679D6D4E9E69}" srcOrd="0" destOrd="0" presId="urn:microsoft.com/office/officeart/2008/layout/LinedList"/>
    <dgm:cxn modelId="{BB045B65-90A9-4DA7-B537-39DF1EA3811D}" srcId="{F45C6E68-5CB3-4B9F-B2D9-B40380E792B6}" destId="{315EC4BF-78F7-4A16-B911-751AC6227FCC}" srcOrd="1" destOrd="0" parTransId="{5A0E8274-6497-4CB3-9D38-77346A885989}" sibTransId="{C29C15AF-5613-4CA3-B9B4-2A69A99CA74B}"/>
    <dgm:cxn modelId="{1A3B517C-ABD2-4314-9B0E-5E507CFD5D43}" srcId="{F45C6E68-5CB3-4B9F-B2D9-B40380E792B6}" destId="{0ECEECE3-D0F8-4F37-B638-AA40EA25162F}" srcOrd="0" destOrd="0" parTransId="{9CFCB055-E0B7-4F70-85DC-121A3EAFFAF8}" sibTransId="{C0A0E66A-59BA-4DC0-9697-FD8798327135}"/>
    <dgm:cxn modelId="{9211DE94-24CE-2149-839A-BEEBCED5AD48}" type="presOf" srcId="{CBAF1BD2-834A-44AD-B3A1-293B5B2FD6E2}" destId="{552CF957-9E68-4E4F-AFC9-27110F916377}" srcOrd="0" destOrd="0" presId="urn:microsoft.com/office/officeart/2008/layout/LinedList"/>
    <dgm:cxn modelId="{8FC3F5AE-957B-AC4B-8BBF-C80663F87A3C}" type="presOf" srcId="{F45C6E68-5CB3-4B9F-B2D9-B40380E792B6}" destId="{4D034E8E-7551-E04C-8351-B88904198F85}" srcOrd="0" destOrd="0" presId="urn:microsoft.com/office/officeart/2008/layout/LinedList"/>
    <dgm:cxn modelId="{076622B3-4CE5-44FC-A8BD-5FE1A1FAFB50}" srcId="{F45C6E68-5CB3-4B9F-B2D9-B40380E792B6}" destId="{92F3EB05-F02E-4A53-9AEF-4F6ED8E7D6B5}" srcOrd="3" destOrd="0" parTransId="{E80319DC-D771-4E5F-AFD9-0F2EC021A8E2}" sibTransId="{15F58457-6195-4CF6-B9E7-0CBDE1577B69}"/>
    <dgm:cxn modelId="{3F2147C2-AC73-4BFD-A62B-641F0515A2AF}" srcId="{F45C6E68-5CB3-4B9F-B2D9-B40380E792B6}" destId="{4051E0BA-4CD4-450E-AA06-C1BCCA6AACCE}" srcOrd="2" destOrd="0" parTransId="{0E365B22-5F1C-4DBE-88B4-2C03C55DC387}" sibTransId="{E9DED949-6C1F-4AFE-84A3-1B889982D4DF}"/>
    <dgm:cxn modelId="{0294E9C8-C626-4E66-A86E-3DD414E9C9EE}" srcId="{F45C6E68-5CB3-4B9F-B2D9-B40380E792B6}" destId="{CBAF1BD2-834A-44AD-B3A1-293B5B2FD6E2}" srcOrd="5" destOrd="0" parTransId="{4FA0CAC5-82C6-4D7E-80AB-A3F523263852}" sibTransId="{8D489240-C211-4597-A7F0-24D11750730C}"/>
    <dgm:cxn modelId="{2EBC44DA-C336-334D-B1E8-EB5ED9D88F73}" type="presOf" srcId="{92F3EB05-F02E-4A53-9AEF-4F6ED8E7D6B5}" destId="{4A9964F2-285F-3940-9EEF-38A3AA37D71B}" srcOrd="0" destOrd="0" presId="urn:microsoft.com/office/officeart/2008/layout/LinedList"/>
    <dgm:cxn modelId="{E9A3A3E1-6B9D-534D-B45E-80E6C1F6CCD0}" type="presOf" srcId="{0ECEECE3-D0F8-4F37-B638-AA40EA25162F}" destId="{9BBE3A68-4BA9-DE41-B32F-42DE1D0DE6FE}" srcOrd="0" destOrd="0" presId="urn:microsoft.com/office/officeart/2008/layout/LinedList"/>
    <dgm:cxn modelId="{90F4D2E2-1B66-4499-B7E6-F8D5BECC632C}" srcId="{F45C6E68-5CB3-4B9F-B2D9-B40380E792B6}" destId="{DBF845E1-26E6-4690-A2DC-9245F1C8715E}" srcOrd="4" destOrd="0" parTransId="{801752B4-D8BC-41EC-8E4D-9C5CE9C0268E}" sibTransId="{35CAA7E3-DF93-4D1B-BC3C-AF7E3B1C45FB}"/>
    <dgm:cxn modelId="{F3AA7F73-43CB-2445-9BDD-3C39A016F836}" type="presParOf" srcId="{4D034E8E-7551-E04C-8351-B88904198F85}" destId="{B2F1AE7B-E05E-F142-B6ED-E03957827589}" srcOrd="0" destOrd="0" presId="urn:microsoft.com/office/officeart/2008/layout/LinedList"/>
    <dgm:cxn modelId="{9FB0DAA9-407D-1B45-9AFF-EEC382870DC3}" type="presParOf" srcId="{4D034E8E-7551-E04C-8351-B88904198F85}" destId="{B85F1FB8-CE96-6642-A4EA-9C8C90DB473C}" srcOrd="1" destOrd="0" presId="urn:microsoft.com/office/officeart/2008/layout/LinedList"/>
    <dgm:cxn modelId="{EE278B58-4DFE-D748-9993-760040FA3791}" type="presParOf" srcId="{B85F1FB8-CE96-6642-A4EA-9C8C90DB473C}" destId="{9BBE3A68-4BA9-DE41-B32F-42DE1D0DE6FE}" srcOrd="0" destOrd="0" presId="urn:microsoft.com/office/officeart/2008/layout/LinedList"/>
    <dgm:cxn modelId="{39BF1B3B-3495-ED4D-AF2B-65F6F16E3AEF}" type="presParOf" srcId="{B85F1FB8-CE96-6642-A4EA-9C8C90DB473C}" destId="{454C5ECD-7E71-EE4E-94C7-6E294A884AC1}" srcOrd="1" destOrd="0" presId="urn:microsoft.com/office/officeart/2008/layout/LinedList"/>
    <dgm:cxn modelId="{6BF74479-D7F4-154E-81BD-3908AEB40DB5}" type="presParOf" srcId="{4D034E8E-7551-E04C-8351-B88904198F85}" destId="{7DEB5B86-618A-414A-BCB1-D00F5DB6DF69}" srcOrd="2" destOrd="0" presId="urn:microsoft.com/office/officeart/2008/layout/LinedList"/>
    <dgm:cxn modelId="{2F53D279-29F2-CA41-ADE3-DD83D7B3F699}" type="presParOf" srcId="{4D034E8E-7551-E04C-8351-B88904198F85}" destId="{72666108-3396-204E-A4A9-EE5A535EB8EB}" srcOrd="3" destOrd="0" presId="urn:microsoft.com/office/officeart/2008/layout/LinedList"/>
    <dgm:cxn modelId="{350C3534-AE91-0646-87CF-81018C215DFD}" type="presParOf" srcId="{72666108-3396-204E-A4A9-EE5A535EB8EB}" destId="{7D687C88-AB17-5E41-9567-E295235BC6DA}" srcOrd="0" destOrd="0" presId="urn:microsoft.com/office/officeart/2008/layout/LinedList"/>
    <dgm:cxn modelId="{D9BC1BC2-B437-D94E-B64C-2A803F4C1850}" type="presParOf" srcId="{72666108-3396-204E-A4A9-EE5A535EB8EB}" destId="{1043E2CA-6C46-9940-8EEE-5F90A85026B4}" srcOrd="1" destOrd="0" presId="urn:microsoft.com/office/officeart/2008/layout/LinedList"/>
    <dgm:cxn modelId="{30EF27F5-2160-2048-B8EF-26FCE917D807}" type="presParOf" srcId="{4D034E8E-7551-E04C-8351-B88904198F85}" destId="{2ECD7F54-66A4-5A47-A994-0E892D4D9F6E}" srcOrd="4" destOrd="0" presId="urn:microsoft.com/office/officeart/2008/layout/LinedList"/>
    <dgm:cxn modelId="{DD5EA44E-56EA-764F-9C93-743DA75714A9}" type="presParOf" srcId="{4D034E8E-7551-E04C-8351-B88904198F85}" destId="{CA21A472-6BBE-554B-B58B-ADE1BE59DBD6}" srcOrd="5" destOrd="0" presId="urn:microsoft.com/office/officeart/2008/layout/LinedList"/>
    <dgm:cxn modelId="{7A8974F6-4D60-8344-95D5-7FD0DA250752}" type="presParOf" srcId="{CA21A472-6BBE-554B-B58B-ADE1BE59DBD6}" destId="{295105C6-97E2-A14A-9974-9F017209CAE3}" srcOrd="0" destOrd="0" presId="urn:microsoft.com/office/officeart/2008/layout/LinedList"/>
    <dgm:cxn modelId="{F7544A5E-05B1-F741-9BEF-CA7D6D13161E}" type="presParOf" srcId="{CA21A472-6BBE-554B-B58B-ADE1BE59DBD6}" destId="{B81E03C0-2932-2742-BEF3-99E946EFF5F7}" srcOrd="1" destOrd="0" presId="urn:microsoft.com/office/officeart/2008/layout/LinedList"/>
    <dgm:cxn modelId="{4321703A-1040-C94A-93A7-6F1633582BDC}" type="presParOf" srcId="{4D034E8E-7551-E04C-8351-B88904198F85}" destId="{820D2D56-1BEF-0640-8FFA-7A5A2EA49615}" srcOrd="6" destOrd="0" presId="urn:microsoft.com/office/officeart/2008/layout/LinedList"/>
    <dgm:cxn modelId="{60830EA0-B0CF-594B-9168-B9A481E560E2}" type="presParOf" srcId="{4D034E8E-7551-E04C-8351-B88904198F85}" destId="{D23A8419-9B0C-7440-874D-B92D3EA28061}" srcOrd="7" destOrd="0" presId="urn:microsoft.com/office/officeart/2008/layout/LinedList"/>
    <dgm:cxn modelId="{6A53C81F-4623-3544-A43B-8A945AC9E26A}" type="presParOf" srcId="{D23A8419-9B0C-7440-874D-B92D3EA28061}" destId="{4A9964F2-285F-3940-9EEF-38A3AA37D71B}" srcOrd="0" destOrd="0" presId="urn:microsoft.com/office/officeart/2008/layout/LinedList"/>
    <dgm:cxn modelId="{4E6EE2A3-4571-F44E-82FB-844EA8738601}" type="presParOf" srcId="{D23A8419-9B0C-7440-874D-B92D3EA28061}" destId="{20DCF6B2-F7DF-4046-927D-CB9FCFFB3291}" srcOrd="1" destOrd="0" presId="urn:microsoft.com/office/officeart/2008/layout/LinedList"/>
    <dgm:cxn modelId="{D5C23BC5-ABB4-7440-B694-64F767615EA9}" type="presParOf" srcId="{4D034E8E-7551-E04C-8351-B88904198F85}" destId="{E83A1316-A9B9-C742-8769-015B0972BD90}" srcOrd="8" destOrd="0" presId="urn:microsoft.com/office/officeart/2008/layout/LinedList"/>
    <dgm:cxn modelId="{BF78DCAD-5DBA-8F44-A4BF-5C310CD9DBB0}" type="presParOf" srcId="{4D034E8E-7551-E04C-8351-B88904198F85}" destId="{F41C3F86-03B9-8C4E-8A6E-F3749E971CE0}" srcOrd="9" destOrd="0" presId="urn:microsoft.com/office/officeart/2008/layout/LinedList"/>
    <dgm:cxn modelId="{5149B0F6-6E38-774B-ADC2-46B1B7E95C9E}" type="presParOf" srcId="{F41C3F86-03B9-8C4E-8A6E-F3749E971CE0}" destId="{4846346D-49B9-DA43-BB56-679D6D4E9E69}" srcOrd="0" destOrd="0" presId="urn:microsoft.com/office/officeart/2008/layout/LinedList"/>
    <dgm:cxn modelId="{F736F408-1FEE-964B-8B00-EBA8A4ED24A7}" type="presParOf" srcId="{F41C3F86-03B9-8C4E-8A6E-F3749E971CE0}" destId="{3B5308F5-7CF3-6C4B-AE87-4F711BFE5BBB}" srcOrd="1" destOrd="0" presId="urn:microsoft.com/office/officeart/2008/layout/LinedList"/>
    <dgm:cxn modelId="{A8B15050-F6AD-224C-B7E1-4CA0990BB7D4}" type="presParOf" srcId="{4D034E8E-7551-E04C-8351-B88904198F85}" destId="{7DEB85A0-C333-B248-B4DA-8B24C918FDF5}" srcOrd="10" destOrd="0" presId="urn:microsoft.com/office/officeart/2008/layout/LinedList"/>
    <dgm:cxn modelId="{0A1C4423-BADF-DD4E-8F28-C92443A342EC}" type="presParOf" srcId="{4D034E8E-7551-E04C-8351-B88904198F85}" destId="{4F558EB5-6FA9-584A-AD63-14904DDAB952}" srcOrd="11" destOrd="0" presId="urn:microsoft.com/office/officeart/2008/layout/LinedList"/>
    <dgm:cxn modelId="{A9C2A124-FE90-7641-9B28-6105CE38E79C}" type="presParOf" srcId="{4F558EB5-6FA9-584A-AD63-14904DDAB952}" destId="{552CF957-9E68-4E4F-AFC9-27110F916377}" srcOrd="0" destOrd="0" presId="urn:microsoft.com/office/officeart/2008/layout/LinedList"/>
    <dgm:cxn modelId="{22D056BB-7EA7-EC4D-AACC-B5AB9E638CB0}" type="presParOf" srcId="{4F558EB5-6FA9-584A-AD63-14904DDAB952}" destId="{859291E5-8638-B245-8CA2-24EC439F641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F8879-21CE-9B49-B820-F544EFAF6153}">
      <dsp:nvSpPr>
        <dsp:cNvPr id="0" name=""/>
        <dsp:cNvSpPr/>
      </dsp:nvSpPr>
      <dsp:spPr>
        <a:xfrm>
          <a:off x="0" y="81869"/>
          <a:ext cx="5811128" cy="13267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system contains three main classes:</a:t>
          </a:r>
        </a:p>
      </dsp:txBody>
      <dsp:txXfrm>
        <a:off x="64768" y="146637"/>
        <a:ext cx="5681592" cy="1197243"/>
      </dsp:txXfrm>
    </dsp:sp>
    <dsp:sp modelId="{D2B4B6F2-886B-5E43-BF6B-0FE9AF9FABC9}">
      <dsp:nvSpPr>
        <dsp:cNvPr id="0" name=""/>
        <dsp:cNvSpPr/>
      </dsp:nvSpPr>
      <dsp:spPr>
        <a:xfrm>
          <a:off x="0" y="1477769"/>
          <a:ext cx="5811128" cy="1326779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Student.java</a:t>
          </a:r>
          <a:br>
            <a:rPr lang="en-US" sz="2400" kern="1200"/>
          </a:br>
          <a:r>
            <a:rPr lang="en-US" sz="2400" kern="1200"/>
            <a:t>Handles student data, courses, and GPA calculation.</a:t>
          </a:r>
        </a:p>
      </dsp:txBody>
      <dsp:txXfrm>
        <a:off x="64768" y="1542537"/>
        <a:ext cx="5681592" cy="1197243"/>
      </dsp:txXfrm>
    </dsp:sp>
    <dsp:sp modelId="{D4D30395-9A23-3447-8937-41B58C1D0BDD}">
      <dsp:nvSpPr>
        <dsp:cNvPr id="0" name=""/>
        <dsp:cNvSpPr/>
      </dsp:nvSpPr>
      <dsp:spPr>
        <a:xfrm>
          <a:off x="0" y="2873669"/>
          <a:ext cx="5811128" cy="1326779"/>
        </a:xfrm>
        <a:prstGeom prst="round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Course.java</a:t>
          </a:r>
          <a:br>
            <a:rPr lang="en-US" sz="2400" kern="1200"/>
          </a:br>
          <a:r>
            <a:rPr lang="en-US" sz="2400" kern="1200"/>
            <a:t>Stores course name, credit hours, and letter grade.</a:t>
          </a:r>
        </a:p>
      </dsp:txBody>
      <dsp:txXfrm>
        <a:off x="64768" y="2938437"/>
        <a:ext cx="5681592" cy="1197243"/>
      </dsp:txXfrm>
    </dsp:sp>
    <dsp:sp modelId="{C6AE28EA-E536-DF4D-95E6-F7F2416D2AC0}">
      <dsp:nvSpPr>
        <dsp:cNvPr id="0" name=""/>
        <dsp:cNvSpPr/>
      </dsp:nvSpPr>
      <dsp:spPr>
        <a:xfrm>
          <a:off x="0" y="4269569"/>
          <a:ext cx="5811128" cy="1326779"/>
        </a:xfrm>
        <a:prstGeom prst="round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GradeCalculator.java</a:t>
          </a:r>
          <a:br>
            <a:rPr lang="en-US" sz="2400" kern="1200"/>
          </a:br>
          <a:r>
            <a:rPr lang="en-US" sz="2400" kern="1200"/>
            <a:t>Converts numeric scores to letter grades based on rules.</a:t>
          </a:r>
        </a:p>
      </dsp:txBody>
      <dsp:txXfrm>
        <a:off x="64768" y="4334337"/>
        <a:ext cx="5681592" cy="11972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F0D36B-995A-504D-A8A6-D38AE3F9FE60}">
      <dsp:nvSpPr>
        <dsp:cNvPr id="0" name=""/>
        <dsp:cNvSpPr/>
      </dsp:nvSpPr>
      <dsp:spPr>
        <a:xfrm>
          <a:off x="2614981" y="70912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751961"/>
        <a:ext cx="28878" cy="5775"/>
      </dsp:txXfrm>
    </dsp:sp>
    <dsp:sp modelId="{0AFCF369-0C66-4E4C-994A-4CA35C2AD95D}">
      <dsp:nvSpPr>
        <dsp:cNvPr id="0" name=""/>
        <dsp:cNvSpPr/>
      </dsp:nvSpPr>
      <dsp:spPr>
        <a:xfrm>
          <a:off x="105624" y="1502"/>
          <a:ext cx="2511156" cy="15066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driver program was executed to validate both EP and BVA cases.</a:t>
          </a:r>
        </a:p>
      </dsp:txBody>
      <dsp:txXfrm>
        <a:off x="105624" y="1502"/>
        <a:ext cx="2511156" cy="1506693"/>
      </dsp:txXfrm>
    </dsp:sp>
    <dsp:sp modelId="{EC2E5249-FEF8-E044-B74C-E3A34F7CCBA1}">
      <dsp:nvSpPr>
        <dsp:cNvPr id="0" name=""/>
        <dsp:cNvSpPr/>
      </dsp:nvSpPr>
      <dsp:spPr>
        <a:xfrm>
          <a:off x="1361202" y="150639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07" y="1776991"/>
        <a:ext cx="157112" cy="5775"/>
      </dsp:txXfrm>
    </dsp:sp>
    <dsp:sp modelId="{9926AD46-3A52-BC4D-9812-879CC37C6023}">
      <dsp:nvSpPr>
        <dsp:cNvPr id="0" name=""/>
        <dsp:cNvSpPr/>
      </dsp:nvSpPr>
      <dsp:spPr>
        <a:xfrm>
          <a:off x="3194346" y="1502"/>
          <a:ext cx="2511156" cy="150669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Results:</a:t>
          </a:r>
          <a:endParaRPr lang="en-US" sz="2100" kern="1200"/>
        </a:p>
      </dsp:txBody>
      <dsp:txXfrm>
        <a:off x="3194346" y="1502"/>
        <a:ext cx="2511156" cy="1506693"/>
      </dsp:txXfrm>
    </dsp:sp>
    <dsp:sp modelId="{CD381159-96CD-3243-90B1-0DD35B4B5D2E}">
      <dsp:nvSpPr>
        <dsp:cNvPr id="0" name=""/>
        <dsp:cNvSpPr/>
      </dsp:nvSpPr>
      <dsp:spPr>
        <a:xfrm>
          <a:off x="2614981" y="279338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2836221"/>
        <a:ext cx="28878" cy="5775"/>
      </dsp:txXfrm>
    </dsp:sp>
    <dsp:sp modelId="{F7D87031-5DB1-8043-8CD2-6EED43EBBBAC}">
      <dsp:nvSpPr>
        <dsp:cNvPr id="0" name=""/>
        <dsp:cNvSpPr/>
      </dsp:nvSpPr>
      <dsp:spPr>
        <a:xfrm>
          <a:off x="105624" y="2085762"/>
          <a:ext cx="2511156" cy="150669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All EP cases returned correct letter grades</a:t>
          </a:r>
        </a:p>
      </dsp:txBody>
      <dsp:txXfrm>
        <a:off x="105624" y="2085762"/>
        <a:ext cx="2511156" cy="1506693"/>
      </dsp:txXfrm>
    </dsp:sp>
    <dsp:sp modelId="{249ADDD2-5881-E845-9DC1-25A009AF099D}">
      <dsp:nvSpPr>
        <dsp:cNvPr id="0" name=""/>
        <dsp:cNvSpPr/>
      </dsp:nvSpPr>
      <dsp:spPr>
        <a:xfrm>
          <a:off x="1361202" y="3590656"/>
          <a:ext cx="3088722" cy="546965"/>
        </a:xfrm>
        <a:custGeom>
          <a:avLst/>
          <a:gdLst/>
          <a:ahLst/>
          <a:cxnLst/>
          <a:rect l="0" t="0" r="0" b="0"/>
          <a:pathLst>
            <a:path>
              <a:moveTo>
                <a:pt x="3088722" y="0"/>
              </a:moveTo>
              <a:lnTo>
                <a:pt x="3088722" y="290582"/>
              </a:lnTo>
              <a:lnTo>
                <a:pt x="0" y="290582"/>
              </a:lnTo>
              <a:lnTo>
                <a:pt x="0" y="546965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27007" y="3861251"/>
        <a:ext cx="157112" cy="5775"/>
      </dsp:txXfrm>
    </dsp:sp>
    <dsp:sp modelId="{CA3A403F-905F-F049-9764-F4E8EBAAC0DC}">
      <dsp:nvSpPr>
        <dsp:cNvPr id="0" name=""/>
        <dsp:cNvSpPr/>
      </dsp:nvSpPr>
      <dsp:spPr>
        <a:xfrm>
          <a:off x="3194346" y="2085762"/>
          <a:ext cx="2511156" cy="150669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All BVA boundaries produced expected transitions</a:t>
          </a:r>
        </a:p>
      </dsp:txBody>
      <dsp:txXfrm>
        <a:off x="3194346" y="2085762"/>
        <a:ext cx="2511156" cy="1506693"/>
      </dsp:txXfrm>
    </dsp:sp>
    <dsp:sp modelId="{9600C0A1-882F-A844-A7E6-1515BD45FCFD}">
      <dsp:nvSpPr>
        <dsp:cNvPr id="0" name=""/>
        <dsp:cNvSpPr/>
      </dsp:nvSpPr>
      <dsp:spPr>
        <a:xfrm>
          <a:off x="2614981" y="4877649"/>
          <a:ext cx="54696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6965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74024" y="4920481"/>
        <a:ext cx="28878" cy="5775"/>
      </dsp:txXfrm>
    </dsp:sp>
    <dsp:sp modelId="{AC0EB3B2-12E0-6E42-B81E-ACB2009E59F1}">
      <dsp:nvSpPr>
        <dsp:cNvPr id="0" name=""/>
        <dsp:cNvSpPr/>
      </dsp:nvSpPr>
      <dsp:spPr>
        <a:xfrm>
          <a:off x="105624" y="4170022"/>
          <a:ext cx="2511156" cy="150669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Invalid inputs returned “Invalid”</a:t>
          </a:r>
        </a:p>
      </dsp:txBody>
      <dsp:txXfrm>
        <a:off x="105624" y="4170022"/>
        <a:ext cx="2511156" cy="1506693"/>
      </dsp:txXfrm>
    </dsp:sp>
    <dsp:sp modelId="{A6DA3D5E-E647-734C-A546-860B105BD45C}">
      <dsp:nvSpPr>
        <dsp:cNvPr id="0" name=""/>
        <dsp:cNvSpPr/>
      </dsp:nvSpPr>
      <dsp:spPr>
        <a:xfrm>
          <a:off x="3194346" y="4170022"/>
          <a:ext cx="2511156" cy="150669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3049" tIns="129161" rIns="123049" bIns="12916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1" kern="1200"/>
            <a:t>(Add both driver output screenshots here — the two you sent)</a:t>
          </a:r>
          <a:endParaRPr lang="en-US" sz="2100" kern="1200"/>
        </a:p>
      </dsp:txBody>
      <dsp:txXfrm>
        <a:off x="3194346" y="4170022"/>
        <a:ext cx="2511156" cy="150669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B3B680-2630-4B3F-83F5-A5A92B1BE842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C6BF02-ABD7-46EA-875B-9E237A9D225D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8A6FAE-25BB-4773-BEE6-8417356F878D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White-Box Testing Using JUnit:</a:t>
          </a:r>
          <a:endParaRPr lang="en-US" sz="1900" kern="1200"/>
        </a:p>
      </dsp:txBody>
      <dsp:txXfrm>
        <a:off x="1948202" y="368029"/>
        <a:ext cx="3233964" cy="1371985"/>
      </dsp:txXfrm>
    </dsp:sp>
    <dsp:sp modelId="{62000CE0-99DA-4DCE-879D-2AE60C12F240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A2727B-32E3-4052-B001-95523138BB3C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DB449-FBF7-4549-A908-A05B9D0F287B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Three JUnit classes tested all methods in:</a:t>
          </a:r>
          <a:br>
            <a:rPr lang="en-US" sz="1900" kern="1200"/>
          </a:br>
          <a:r>
            <a:rPr lang="en-US" sz="1900" kern="1200"/>
            <a:t>• Student</a:t>
          </a:r>
          <a:br>
            <a:rPr lang="en-US" sz="1900" kern="1200"/>
          </a:br>
          <a:r>
            <a:rPr lang="en-US" sz="1900" kern="1200"/>
            <a:t>• Course</a:t>
          </a:r>
          <a:br>
            <a:rPr lang="en-US" sz="1900" kern="1200"/>
          </a:br>
          <a:r>
            <a:rPr lang="en-US" sz="1900" kern="1200"/>
            <a:t>• GradeCalculator</a:t>
          </a:r>
        </a:p>
      </dsp:txBody>
      <dsp:txXfrm>
        <a:off x="7411643" y="368029"/>
        <a:ext cx="3233964" cy="1371985"/>
      </dsp:txXfrm>
    </dsp:sp>
    <dsp:sp modelId="{BC88BE72-2BCD-4A51-95B4-973D77318C4F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415168-83CB-47DB-9CA2-03CA9B58EA54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EDC76-33C9-4293-BCF8-5733620DD24A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Constructors, GPA calculation, grade mapping, and input validation fully tested</a:t>
          </a:r>
        </a:p>
      </dsp:txBody>
      <dsp:txXfrm>
        <a:off x="1948202" y="2452790"/>
        <a:ext cx="3233964" cy="1371985"/>
      </dsp:txXfrm>
    </dsp:sp>
    <dsp:sp modelId="{0D5445E6-EE82-4CBD-BB09-E07684C0D54A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7232C-5CBB-4F72-86F9-FE025F5D9C82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38B89E-0432-4311-BD69-603ED91668F8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Result:</a:t>
          </a:r>
          <a:br>
            <a:rPr lang="en-US" sz="1900" kern="1200"/>
          </a:br>
          <a:r>
            <a:rPr lang="en-US" sz="1900" kern="1200"/>
            <a:t>All unit tests passed successfully with no failures.</a:t>
          </a:r>
        </a:p>
      </dsp:txBody>
      <dsp:txXfrm>
        <a:off x="7411643" y="2452790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23B2CF-C6CE-C644-8184-3D034057E22F}">
      <dsp:nvSpPr>
        <dsp:cNvPr id="0" name=""/>
        <dsp:cNvSpPr/>
      </dsp:nvSpPr>
      <dsp:spPr>
        <a:xfrm>
          <a:off x="0" y="54632"/>
          <a:ext cx="3429000" cy="51904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Coverage Summary:</a:t>
          </a:r>
          <a:endParaRPr lang="en-US" sz="1300" kern="1200"/>
        </a:p>
      </dsp:txBody>
      <dsp:txXfrm>
        <a:off x="25337" y="79969"/>
        <a:ext cx="3378326" cy="468367"/>
      </dsp:txXfrm>
    </dsp:sp>
    <dsp:sp modelId="{0793855F-6D15-2A4F-89C8-AC1DE5FC8CBD}">
      <dsp:nvSpPr>
        <dsp:cNvPr id="0" name=""/>
        <dsp:cNvSpPr/>
      </dsp:nvSpPr>
      <dsp:spPr>
        <a:xfrm>
          <a:off x="0" y="611113"/>
          <a:ext cx="3429000" cy="519041"/>
        </a:xfrm>
        <a:prstGeom prst="roundRect">
          <a:avLst/>
        </a:prstGeom>
        <a:gradFill rotWithShape="0">
          <a:gsLst>
            <a:gs pos="0">
              <a:schemeClr val="accent2">
                <a:hueOff val="1288722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2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2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Student.java → 100%</a:t>
          </a:r>
        </a:p>
      </dsp:txBody>
      <dsp:txXfrm>
        <a:off x="25337" y="636450"/>
        <a:ext cx="3378326" cy="468367"/>
      </dsp:txXfrm>
    </dsp:sp>
    <dsp:sp modelId="{8CD37E59-5C23-ED48-94B8-C0D9921721A3}">
      <dsp:nvSpPr>
        <dsp:cNvPr id="0" name=""/>
        <dsp:cNvSpPr/>
      </dsp:nvSpPr>
      <dsp:spPr>
        <a:xfrm>
          <a:off x="0" y="1167594"/>
          <a:ext cx="3429000" cy="519041"/>
        </a:xfrm>
        <a:prstGeom prst="round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Course.java → 100%</a:t>
          </a:r>
        </a:p>
      </dsp:txBody>
      <dsp:txXfrm>
        <a:off x="25337" y="1192931"/>
        <a:ext cx="3378326" cy="468367"/>
      </dsp:txXfrm>
    </dsp:sp>
    <dsp:sp modelId="{16164A11-6002-444E-8BA4-E5EBB1F7B37F}">
      <dsp:nvSpPr>
        <dsp:cNvPr id="0" name=""/>
        <dsp:cNvSpPr/>
      </dsp:nvSpPr>
      <dsp:spPr>
        <a:xfrm>
          <a:off x="0" y="1724076"/>
          <a:ext cx="3429000" cy="519041"/>
        </a:xfrm>
        <a:prstGeom prst="roundRect">
          <a:avLst/>
        </a:prstGeom>
        <a:gradFill rotWithShape="0">
          <a:gsLst>
            <a:gs pos="0">
              <a:schemeClr val="accent2">
                <a:hueOff val="3866168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8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8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GradeCalculator.java → 100%</a:t>
          </a:r>
        </a:p>
      </dsp:txBody>
      <dsp:txXfrm>
        <a:off x="25337" y="1749413"/>
        <a:ext cx="3378326" cy="468367"/>
      </dsp:txXfrm>
    </dsp:sp>
    <dsp:sp modelId="{A674345C-E5C9-4845-BEFF-50FDC39391E6}">
      <dsp:nvSpPr>
        <dsp:cNvPr id="0" name=""/>
        <dsp:cNvSpPr/>
      </dsp:nvSpPr>
      <dsp:spPr>
        <a:xfrm>
          <a:off x="0" y="2280557"/>
          <a:ext cx="3429000" cy="519041"/>
        </a:xfrm>
        <a:prstGeom prst="roundRect">
          <a:avLst/>
        </a:prstGeom>
        <a:gradFill rotWithShape="0">
          <a:gsLst>
            <a:gs pos="0">
              <a:schemeClr val="accent2">
                <a:hueOff val="5154890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0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0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All instructions covered, no missed lines</a:t>
          </a:r>
        </a:p>
      </dsp:txBody>
      <dsp:txXfrm>
        <a:off x="25337" y="2305894"/>
        <a:ext cx="3378326" cy="468367"/>
      </dsp:txXfrm>
    </dsp:sp>
    <dsp:sp modelId="{E27716D8-124A-BB4B-A543-00C6952CD8D6}">
      <dsp:nvSpPr>
        <dsp:cNvPr id="0" name=""/>
        <dsp:cNvSpPr/>
      </dsp:nvSpPr>
      <dsp:spPr>
        <a:xfrm>
          <a:off x="0" y="2837038"/>
          <a:ext cx="3429000" cy="519041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i="1" kern="1200"/>
            <a:t>(Insert the coverage screenshot here — the one with the table)</a:t>
          </a:r>
          <a:endParaRPr lang="en-US" sz="1300" kern="1200"/>
        </a:p>
      </dsp:txBody>
      <dsp:txXfrm>
        <a:off x="25337" y="2862375"/>
        <a:ext cx="3378326" cy="46836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1AE7B-E05E-F142-B6ED-E03957827589}">
      <dsp:nvSpPr>
        <dsp:cNvPr id="0" name=""/>
        <dsp:cNvSpPr/>
      </dsp:nvSpPr>
      <dsp:spPr>
        <a:xfrm>
          <a:off x="0" y="2772"/>
          <a:ext cx="58111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BE3A68-4BA9-DE41-B32F-42DE1D0DE6FE}">
      <dsp:nvSpPr>
        <dsp:cNvPr id="0" name=""/>
        <dsp:cNvSpPr/>
      </dsp:nvSpPr>
      <dsp:spPr>
        <a:xfrm>
          <a:off x="0" y="2772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The system was fully tested using industry-standard techniques</a:t>
          </a:r>
        </a:p>
      </dsp:txBody>
      <dsp:txXfrm>
        <a:off x="0" y="2772"/>
        <a:ext cx="5811128" cy="945445"/>
      </dsp:txXfrm>
    </dsp:sp>
    <dsp:sp modelId="{7DEB5B86-618A-414A-BCB1-D00F5DB6DF69}">
      <dsp:nvSpPr>
        <dsp:cNvPr id="0" name=""/>
        <dsp:cNvSpPr/>
      </dsp:nvSpPr>
      <dsp:spPr>
        <a:xfrm>
          <a:off x="0" y="948218"/>
          <a:ext cx="5811128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687C88-AB17-5E41-9567-E295235BC6DA}">
      <dsp:nvSpPr>
        <dsp:cNvPr id="0" name=""/>
        <dsp:cNvSpPr/>
      </dsp:nvSpPr>
      <dsp:spPr>
        <a:xfrm>
          <a:off x="0" y="948218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All functionalities performed correctly under all input conditions</a:t>
          </a:r>
        </a:p>
      </dsp:txBody>
      <dsp:txXfrm>
        <a:off x="0" y="948218"/>
        <a:ext cx="5811128" cy="945445"/>
      </dsp:txXfrm>
    </dsp:sp>
    <dsp:sp modelId="{2ECD7F54-66A4-5A47-A994-0E892D4D9F6E}">
      <dsp:nvSpPr>
        <dsp:cNvPr id="0" name=""/>
        <dsp:cNvSpPr/>
      </dsp:nvSpPr>
      <dsp:spPr>
        <a:xfrm>
          <a:off x="0" y="1893663"/>
          <a:ext cx="5811128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5105C6-97E2-A14A-9974-9F017209CAE3}">
      <dsp:nvSpPr>
        <dsp:cNvPr id="0" name=""/>
        <dsp:cNvSpPr/>
      </dsp:nvSpPr>
      <dsp:spPr>
        <a:xfrm>
          <a:off x="0" y="1893663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EP &amp; BVA confirmed valid, boundary, and invalid behaviors</a:t>
          </a:r>
        </a:p>
      </dsp:txBody>
      <dsp:txXfrm>
        <a:off x="0" y="1893663"/>
        <a:ext cx="5811128" cy="945445"/>
      </dsp:txXfrm>
    </dsp:sp>
    <dsp:sp modelId="{820D2D56-1BEF-0640-8FFA-7A5A2EA49615}">
      <dsp:nvSpPr>
        <dsp:cNvPr id="0" name=""/>
        <dsp:cNvSpPr/>
      </dsp:nvSpPr>
      <dsp:spPr>
        <a:xfrm>
          <a:off x="0" y="2839109"/>
          <a:ext cx="581112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9964F2-285F-3940-9EEF-38A3AA37D71B}">
      <dsp:nvSpPr>
        <dsp:cNvPr id="0" name=""/>
        <dsp:cNvSpPr/>
      </dsp:nvSpPr>
      <dsp:spPr>
        <a:xfrm>
          <a:off x="0" y="2839109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JUnit tests validated internal logic</a:t>
          </a:r>
        </a:p>
      </dsp:txBody>
      <dsp:txXfrm>
        <a:off x="0" y="2839109"/>
        <a:ext cx="5811128" cy="945445"/>
      </dsp:txXfrm>
    </dsp:sp>
    <dsp:sp modelId="{E83A1316-A9B9-C742-8769-015B0972BD90}">
      <dsp:nvSpPr>
        <dsp:cNvPr id="0" name=""/>
        <dsp:cNvSpPr/>
      </dsp:nvSpPr>
      <dsp:spPr>
        <a:xfrm>
          <a:off x="0" y="3784555"/>
          <a:ext cx="5811128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46346D-49B9-DA43-BB56-679D6D4E9E69}">
      <dsp:nvSpPr>
        <dsp:cNvPr id="0" name=""/>
        <dsp:cNvSpPr/>
      </dsp:nvSpPr>
      <dsp:spPr>
        <a:xfrm>
          <a:off x="0" y="3784555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Achieved </a:t>
          </a:r>
          <a:r>
            <a:rPr lang="en-US" sz="2600" b="1" kern="1200"/>
            <a:t>100% code coverage</a:t>
          </a:r>
          <a:endParaRPr lang="en-US" sz="2600" kern="1200"/>
        </a:p>
      </dsp:txBody>
      <dsp:txXfrm>
        <a:off x="0" y="3784555"/>
        <a:ext cx="5811128" cy="945445"/>
      </dsp:txXfrm>
    </dsp:sp>
    <dsp:sp modelId="{7DEB85A0-C333-B248-B4DA-8B24C918FDF5}">
      <dsp:nvSpPr>
        <dsp:cNvPr id="0" name=""/>
        <dsp:cNvSpPr/>
      </dsp:nvSpPr>
      <dsp:spPr>
        <a:xfrm>
          <a:off x="0" y="4730000"/>
          <a:ext cx="5811128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2CF957-9E68-4E4F-AFC9-27110F916377}">
      <dsp:nvSpPr>
        <dsp:cNvPr id="0" name=""/>
        <dsp:cNvSpPr/>
      </dsp:nvSpPr>
      <dsp:spPr>
        <a:xfrm>
          <a:off x="0" y="4730000"/>
          <a:ext cx="5811128" cy="945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System is stable, correct, and ready</a:t>
          </a:r>
        </a:p>
      </dsp:txBody>
      <dsp:txXfrm>
        <a:off x="0" y="4730000"/>
        <a:ext cx="5811128" cy="9454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E2781-82F2-BCE5-8F45-1FB8910E0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CCA4D-2EDC-D97C-7156-FBBF41A44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3F959-EFED-5D7E-0353-009AEBDE4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FFC5-6DCA-5940-A5E8-22CDD254C64B}" type="datetimeFigureOut">
              <a:rPr lang="en-SA" smtClean="0"/>
              <a:t>04/12/2025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81CD2-461C-7E28-BF08-482EE896E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CBCAD-714C-4F2D-ED73-D3E9CB86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57A9-3A7A-F846-BB30-7F2B0C82928D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68452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8A325-887A-4567-EC82-EE7581E2B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FE1B-3E14-B5B3-4181-C68433086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3A9A6-F14A-4C43-887D-E37B34BC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FFC5-6DCA-5940-A5E8-22CDD254C64B}" type="datetimeFigureOut">
              <a:rPr lang="en-SA" smtClean="0"/>
              <a:t>04/12/2025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BEDDC-5C0E-B0EF-9AE0-013B7A1D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5AFA1-E57A-B028-3051-7CBA77FB2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57A9-3A7A-F846-BB30-7F2B0C82928D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188029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FE2D9-19A9-268A-75B1-11FD9444F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EE648-3CFA-ACD5-1660-E3C6D8F61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3DA9A-3CED-B9BA-A443-FCFD718FE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FFC5-6DCA-5940-A5E8-22CDD254C64B}" type="datetimeFigureOut">
              <a:rPr lang="en-SA" smtClean="0"/>
              <a:t>04/12/2025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45856-0D83-270D-4EC8-4F382DC51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EC1CF-BE24-8919-F5C3-BA2F946D5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57A9-3A7A-F846-BB30-7F2B0C82928D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477546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9E3DB-7944-C6F6-C739-B9ACB23F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1C6F6-0AA5-E508-3A48-EB7170F40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2D165-1CFB-8469-C2B1-E3CCCD664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63BE2-C13F-0A21-B1E7-624EBF54D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FFC5-6DCA-5940-A5E8-22CDD254C64B}" type="datetimeFigureOut">
              <a:rPr lang="en-SA" smtClean="0"/>
              <a:t>04/12/2025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B7CC38-64CB-7C9D-944D-E9EA7EB3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92C86-2ECF-4E31-5A5E-B2D6AC3E5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57A9-3A7A-F846-BB30-7F2B0C82928D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5865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9CB2-BF8A-0DF0-7674-14A518270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3868A-7009-330E-8CBB-674700067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1D7FC-4B0D-2021-29BE-83D406B25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6AB27-B018-7EC5-30AC-825A6CE6E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60556-040E-2AFF-0A93-0F2CE5182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B9E6C-CFE4-DD0A-C841-A30454D3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FFC5-6DCA-5940-A5E8-22CDD254C64B}" type="datetimeFigureOut">
              <a:rPr lang="en-SA" smtClean="0"/>
              <a:t>04/12/2025 R</a:t>
            </a:fld>
            <a:endParaRPr lang="en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4B6598-1A30-25AF-331B-43C895AFD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7C1133-415B-96E9-B397-6E8C9A42A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57A9-3A7A-F846-BB30-7F2B0C82928D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723134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6F343-BB0E-5379-08F6-065B84B2B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674C3-9B91-5E29-DC91-A9E3A662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FFC5-6DCA-5940-A5E8-22CDD254C64B}" type="datetimeFigureOut">
              <a:rPr lang="en-SA" smtClean="0"/>
              <a:t>04/12/2025 R</a:t>
            </a:fld>
            <a:endParaRPr lang="en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638089-B2CA-5377-2F79-B847F2E72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B270D-EBF4-1403-29AA-5A85366BE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57A9-3A7A-F846-BB30-7F2B0C82928D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357092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CEB7B5-9B54-D2A6-9F20-DB1DFCD6D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FFC5-6DCA-5940-A5E8-22CDD254C64B}" type="datetimeFigureOut">
              <a:rPr lang="en-SA" smtClean="0"/>
              <a:t>04/12/2025 R</a:t>
            </a:fld>
            <a:endParaRPr lang="en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2711C4-6584-E7FA-CE9A-A3DD98DCD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CFFBE-572B-8F14-7B5D-E6733850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57A9-3A7A-F846-BB30-7F2B0C82928D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69089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F8E74-E20A-7228-0DBE-A53716BC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79E74-61BA-EF79-845B-BA0258C42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B8324-F814-EB5A-C1E3-55027D2C2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A2523-CBDE-8C0C-30B6-9938D1D4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FFC5-6DCA-5940-A5E8-22CDD254C64B}" type="datetimeFigureOut">
              <a:rPr lang="en-SA" smtClean="0"/>
              <a:t>04/12/2025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8D5A0-95F0-80C9-8DD5-CBEB8954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7CA01-BFCC-5183-045D-84F06BCF3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57A9-3A7A-F846-BB30-7F2B0C82928D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670530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0EFD2-CED7-4BD2-20CD-4EC704104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DD0203-6986-863D-444E-904284F214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BC03E8-EF92-058C-E8F2-A9D7E1F0F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28BCE-CCB4-D9AD-CAEA-1C450905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FFC5-6DCA-5940-A5E8-22CDD254C64B}" type="datetimeFigureOut">
              <a:rPr lang="en-SA" smtClean="0"/>
              <a:t>04/12/2025 R</a:t>
            </a:fld>
            <a:endParaRPr lang="en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6DA45-A4D4-A7DD-4743-E4A876555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55CECD-A829-DB2E-3C4D-73D5D158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57A9-3A7A-F846-BB30-7F2B0C82928D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966176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F615C-25EB-9189-A542-F20AC0F0D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D4D1DF-61F2-5CC2-A6E6-C7CA0F3061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81130-45E6-AEFB-7388-7D54A4E0D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FFC5-6DCA-5940-A5E8-22CDD254C64B}" type="datetimeFigureOut">
              <a:rPr lang="en-SA" smtClean="0"/>
              <a:t>04/12/2025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12DB0-D0E1-31B3-C2A1-5A940AE41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66F65-A4DF-3667-061F-A235D358F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57A9-3A7A-F846-BB30-7F2B0C82928D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43567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EA4307-24C6-64AA-7A3E-3D4C052E28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37CAA-6295-57F3-1BDF-AA66DCE92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61A08-8C32-E67C-F9A1-51B2E3F1A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0FFC5-6DCA-5940-A5E8-22CDD254C64B}" type="datetimeFigureOut">
              <a:rPr lang="en-SA" smtClean="0"/>
              <a:t>04/12/2025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B4FA3-2F29-E2F7-50AB-46FF4CDDE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FBFB6-D66A-F5C5-09F3-602CB50CA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A57A9-3A7A-F846-BB30-7F2B0C82928D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647629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32E914-D983-8B28-A305-F484E4C4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C29CC-526E-B065-D0C1-482BE8895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92FC9-1738-96CA-2D1C-A252F0621C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00FFC5-6DCA-5940-A5E8-22CDD254C64B}" type="datetimeFigureOut">
              <a:rPr lang="en-SA" smtClean="0"/>
              <a:t>04/12/2025 R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2BF46-B10A-8225-57DB-671DE3DF7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FB418-884B-56B2-DDE1-90288CFF4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3A57A9-3A7A-F846-BB30-7F2B0C82928D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2807346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BAA005-C0F1-5A58-F615-D38273406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Student Grade Evaluation System</a:t>
            </a:r>
            <a:b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B9EEB-AFE0-2D33-52DB-92539AEA1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Kareem Al Salboukh (202001445)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Rayan </a:t>
            </a:r>
            <a:r>
              <a:rPr lang="en-US" dirty="0" err="1"/>
              <a:t>Alumair</a:t>
            </a:r>
            <a:r>
              <a:rPr lang="en-US" dirty="0"/>
              <a:t> (202000809)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Khalid M Alotaibi (202001090)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Saad Alqahtani (201900363)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Supervisor: Maen Mohammad Hammad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21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1059473" y="-1108988"/>
            <a:ext cx="7179830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17C3C-D7CF-AF54-DCF1-8D52BF400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6" y="673770"/>
            <a:ext cx="3644489" cy="2414488"/>
          </a:xfrm>
        </p:spPr>
        <p:txBody>
          <a:bodyPr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Project Overview</a:t>
            </a:r>
            <a:endParaRPr lang="en-SA" sz="5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167F7-BEFB-4963-507F-35AFEB313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882315"/>
            <a:ext cx="5254754" cy="5294647"/>
          </a:xfrm>
        </p:spPr>
        <p:txBody>
          <a:bodyPr>
            <a:normAutofit/>
          </a:bodyPr>
          <a:lstStyle/>
          <a:p>
            <a:r>
              <a:rPr lang="en-US" sz="2200" b="1"/>
              <a:t>Project Purpose:</a:t>
            </a:r>
            <a:br>
              <a:rPr lang="en-US" sz="2200"/>
            </a:br>
            <a:r>
              <a:rPr lang="en-US" sz="2200"/>
              <a:t>This project evaluates the </a:t>
            </a:r>
            <a:r>
              <a:rPr lang="en-US" sz="2200" i="1"/>
              <a:t>Student Grade Evaluation System</a:t>
            </a:r>
            <a:r>
              <a:rPr lang="en-US" sz="2200"/>
              <a:t> using both </a:t>
            </a:r>
            <a:r>
              <a:rPr lang="en-US" sz="2200" b="1"/>
              <a:t>white-box</a:t>
            </a:r>
            <a:r>
              <a:rPr lang="en-US" sz="2200"/>
              <a:t> and </a:t>
            </a:r>
            <a:r>
              <a:rPr lang="en-US" sz="2200" b="1"/>
              <a:t>black-box</a:t>
            </a:r>
            <a:r>
              <a:rPr lang="en-US" sz="2200"/>
              <a:t> testing techniques.</a:t>
            </a:r>
          </a:p>
          <a:p>
            <a:r>
              <a:rPr lang="en-US" sz="2200" b="1"/>
              <a:t>Methods Used:</a:t>
            </a:r>
            <a:endParaRPr lang="en-US" sz="2200"/>
          </a:p>
          <a:p>
            <a:r>
              <a:rPr lang="en-US" sz="2200"/>
              <a:t>JUnit unit testing</a:t>
            </a:r>
          </a:p>
          <a:p>
            <a:r>
              <a:rPr lang="en-US" sz="2200"/>
              <a:t>Equivalence Partitioning (EP)</a:t>
            </a:r>
          </a:p>
          <a:p>
            <a:r>
              <a:rPr lang="en-US" sz="2200"/>
              <a:t>Boundary Value Analysis (BVA)</a:t>
            </a:r>
          </a:p>
          <a:p>
            <a:r>
              <a:rPr lang="en-US" sz="2200"/>
              <a:t>Driver program execution</a:t>
            </a:r>
          </a:p>
          <a:p>
            <a:r>
              <a:rPr lang="en-US" sz="2200"/>
              <a:t>Code coverage evaluation (JaCoCo)</a:t>
            </a:r>
          </a:p>
          <a:p>
            <a:pPr marL="228600" indent="-228600" defTabSz="914400" rtl="0" eaLnBrk="1" latinLnBrk="0" hangingPunct="1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SA" sz="2200"/>
          </a:p>
        </p:txBody>
      </p:sp>
    </p:spTree>
    <p:extLst>
      <p:ext uri="{BB962C8B-B14F-4D97-AF65-F5344CB8AC3E}">
        <p14:creationId xmlns:p14="http://schemas.microsoft.com/office/powerpoint/2010/main" val="3463495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5FA32-EE31-A86A-E354-D3F97825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4200">
                <a:solidFill>
                  <a:srgbClr val="FFFFFF"/>
                </a:solidFill>
              </a:rPr>
              <a:t>System Components</a:t>
            </a:r>
            <a:endParaRPr lang="en-SA" sz="42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F0C6AA-1110-7EE8-33CA-46B927A7C4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167694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2664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D8BD1-3ACA-FBF0-326B-F5FD1762E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4600">
                <a:solidFill>
                  <a:srgbClr val="FFFFFF"/>
                </a:solidFill>
              </a:rPr>
              <a:t>Test Plan Summary (IEEE 829)</a:t>
            </a:r>
            <a:endParaRPr lang="en-SA" sz="46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3357D5-68C6-EEF2-99B8-111E934E17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4159090"/>
              </p:ext>
            </p:extLst>
          </p:nvPr>
        </p:nvGraphicFramePr>
        <p:xfrm>
          <a:off x="5542672" y="880152"/>
          <a:ext cx="5811129" cy="75018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077467">
                  <a:extLst>
                    <a:ext uri="{9D8B030D-6E8A-4147-A177-3AD203B41FA5}">
                      <a16:colId xmlns:a16="http://schemas.microsoft.com/office/drawing/2014/main" val="1233650372"/>
                    </a:ext>
                  </a:extLst>
                </a:gridCol>
                <a:gridCol w="733662">
                  <a:extLst>
                    <a:ext uri="{9D8B030D-6E8A-4147-A177-3AD203B41FA5}">
                      <a16:colId xmlns:a16="http://schemas.microsoft.com/office/drawing/2014/main" val="1858505396"/>
                    </a:ext>
                  </a:extLst>
                </a:gridCol>
              </a:tblGrid>
              <a:tr h="1944204">
                <a:tc>
                  <a:txBody>
                    <a:bodyPr/>
                    <a:lstStyle/>
                    <a:p>
                      <a:r>
                        <a:rPr lang="en-US" sz="2400" b="1" cap="none" spc="0" dirty="0">
                          <a:solidFill>
                            <a:schemeClr val="tx1"/>
                          </a:solidFill>
                        </a:rPr>
                        <a:t>Objectives: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Validate correctness of all system functions</a:t>
                      </a:r>
                    </a:p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Ensure handling of valid, invalid, and boundary inputs</a:t>
                      </a:r>
                    </a:p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Achieve full method coverage</a:t>
                      </a:r>
                    </a:p>
                    <a:p>
                      <a:r>
                        <a:rPr lang="en-US" sz="2400" b="1" cap="none" spc="0" dirty="0">
                          <a:solidFill>
                            <a:schemeClr val="tx1"/>
                          </a:solidFill>
                        </a:rPr>
                        <a:t>Features Tested: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Student, Course, </a:t>
                      </a:r>
                      <a:r>
                        <a:rPr lang="en-US" sz="2400" cap="none" spc="0" dirty="0" err="1">
                          <a:solidFill>
                            <a:schemeClr val="tx1"/>
                          </a:solidFill>
                        </a:rPr>
                        <a:t>GradeCalculator</a:t>
                      </a:r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 classes</a:t>
                      </a:r>
                    </a:p>
                    <a:p>
                      <a:r>
                        <a:rPr lang="en-US" sz="2400" cap="none" spc="0" dirty="0">
                          <a:solidFill>
                            <a:schemeClr val="tx1"/>
                          </a:solidFill>
                        </a:rPr>
                        <a:t>All constructors, methods, and validation logic</a:t>
                      </a:r>
                    </a:p>
                  </a:txBody>
                  <a:tcPr marL="61138" marR="61138" marT="61138" marB="122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1138" marR="61138" marT="61138" marB="122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673685"/>
                  </a:ext>
                </a:extLst>
              </a:tr>
              <a:tr h="50948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A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1138" marR="61138" marT="61138" marB="122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1138" marR="61138" marT="61138" marB="122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604002"/>
                  </a:ext>
                </a:extLst>
              </a:tr>
              <a:tr h="50948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A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1138" marR="61138" marT="61138" marB="122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1138" marR="61138" marT="61138" marB="122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14997"/>
                  </a:ext>
                </a:extLst>
              </a:tr>
              <a:tr h="50948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A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1138" marR="61138" marT="61138" marB="122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1138" marR="61138" marT="61138" marB="122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853538"/>
                  </a:ext>
                </a:extLst>
              </a:tr>
              <a:tr h="50948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A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1138" marR="61138" marT="61138" marB="122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1138" marR="61138" marT="61138" marB="122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657574"/>
                  </a:ext>
                </a:extLst>
              </a:tr>
              <a:tr h="50948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A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1138" marR="61138" marT="61138" marB="122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1138" marR="61138" marT="61138" marB="122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6221172"/>
                  </a:ext>
                </a:extLst>
              </a:tr>
              <a:tr h="50948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1138" marR="61138" marT="61138" marB="122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1" eaLnBrk="1" latinLnBrk="0" hangingPunct="1">
                        <a:buNone/>
                      </a:pP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1138" marR="61138" marT="61138" marB="122277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390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6760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B62944-F519-147B-36FE-97CA39ABE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Equivalence Partitioning (EP)</a:t>
            </a:r>
            <a:endParaRPr lang="en-SA" sz="3800"/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67083-DC22-EA39-DAB8-AE51407E3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b="1"/>
              <a:t>EP Technique:</a:t>
            </a:r>
            <a:br>
              <a:rPr lang="en-US" sz="2200"/>
            </a:br>
            <a:r>
              <a:rPr lang="en-US" sz="2200"/>
              <a:t>Dividing inputs into valid and invalid partitions to reduce test cases.</a:t>
            </a:r>
          </a:p>
          <a:p>
            <a:r>
              <a:rPr lang="en-US" sz="2200" b="1"/>
              <a:t>What We Tested:</a:t>
            </a:r>
            <a:endParaRPr lang="en-US" sz="2200"/>
          </a:p>
          <a:p>
            <a:r>
              <a:rPr lang="en-US" sz="2200"/>
              <a:t>A, B, C, D, F grade partitions</a:t>
            </a:r>
          </a:p>
          <a:p>
            <a:r>
              <a:rPr lang="en-US" sz="2200"/>
              <a:t>Invalid negative scores</a:t>
            </a:r>
          </a:p>
          <a:p>
            <a:r>
              <a:rPr lang="en-US" sz="2200"/>
              <a:t>Invalid scores above 100</a:t>
            </a:r>
            <a:endParaRPr lang="ar-SA" sz="2200"/>
          </a:p>
          <a:p>
            <a:pPr marL="0" indent="0">
              <a:buNone/>
            </a:pPr>
            <a:endParaRPr lang="en-US" sz="2200"/>
          </a:p>
          <a:p>
            <a:endParaRPr lang="en-SA" sz="22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796E6D-9A03-423C-7DCC-432B111CC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426921"/>
            <a:ext cx="6903720" cy="400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24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13E7E8-AC88-CEEB-991A-34286727F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/>
              <a:t>Boundary Value Analysis (BVA)</a:t>
            </a:r>
            <a:endParaRPr lang="en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3125D-BC40-38FB-A9F0-96A91BF7C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r>
              <a:rPr lang="en-US" sz="1900" b="1"/>
              <a:t>BVA Technique:</a:t>
            </a:r>
            <a:br>
              <a:rPr lang="en-US" sz="1900"/>
            </a:br>
            <a:r>
              <a:rPr lang="en-US" sz="1900"/>
              <a:t>Testing values </a:t>
            </a:r>
            <a:r>
              <a:rPr lang="en-US" sz="1900" i="1"/>
              <a:t>right at</a:t>
            </a:r>
            <a:r>
              <a:rPr lang="en-US" sz="1900"/>
              <a:t>, </a:t>
            </a:r>
            <a:r>
              <a:rPr lang="en-US" sz="1900" i="1"/>
              <a:t>just above</a:t>
            </a:r>
            <a:r>
              <a:rPr lang="en-US" sz="1900"/>
              <a:t>, and </a:t>
            </a:r>
            <a:r>
              <a:rPr lang="en-US" sz="1900" i="1"/>
              <a:t>just below</a:t>
            </a:r>
            <a:r>
              <a:rPr lang="en-US" sz="1900"/>
              <a:t> boundaries.</a:t>
            </a:r>
          </a:p>
          <a:p>
            <a:r>
              <a:rPr lang="en-US" sz="1900" b="1"/>
              <a:t>Boundaries Covered:</a:t>
            </a:r>
            <a:endParaRPr lang="en-US" sz="1900"/>
          </a:p>
          <a:p>
            <a:r>
              <a:rPr lang="en-US" sz="1900"/>
              <a:t>59 ↔ 60</a:t>
            </a:r>
          </a:p>
          <a:p>
            <a:r>
              <a:rPr lang="en-US" sz="1900"/>
              <a:t>69 ↔ 70</a:t>
            </a:r>
          </a:p>
          <a:p>
            <a:r>
              <a:rPr lang="en-US" sz="1900"/>
              <a:t>79 ↔ 80</a:t>
            </a:r>
          </a:p>
          <a:p>
            <a:r>
              <a:rPr lang="en-US" sz="1900"/>
              <a:t>89 ↔ 90</a:t>
            </a:r>
          </a:p>
          <a:p>
            <a:r>
              <a:rPr lang="en-US" sz="1900"/>
              <a:t>100 (upper limit)</a:t>
            </a:r>
          </a:p>
          <a:p>
            <a:r>
              <a:rPr lang="en-US" sz="1900"/>
              <a:t>&lt;0 and &gt;100 (invalid inputs)</a:t>
            </a:r>
          </a:p>
          <a:p>
            <a:endParaRPr lang="en-SA" sz="1900"/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78064EA-B387-78EE-8CFA-ED8A4A7C6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248102"/>
            <a:ext cx="6155141" cy="438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32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EB72C-0FA5-C677-2F33-9C685DE09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4600">
                <a:solidFill>
                  <a:srgbClr val="FFFFFF"/>
                </a:solidFill>
              </a:rPr>
              <a:t>Driver Program Output</a:t>
            </a:r>
            <a:endParaRPr lang="en-SA" sz="46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D3B9F8-3931-3213-A1AE-C83EB092E4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0414481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8188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F3CA0-731A-3871-6CCC-5B7D1B1AD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JUnit Testing (White-Box)</a:t>
            </a:r>
            <a:endParaRPr lang="en-SA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53BB8E-013B-BDD9-C67F-B286454D25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450395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0817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636733-3C79-1F7C-1F4D-0D6A46330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Code Coverage (JaCoCo)</a:t>
            </a:r>
            <a:endParaRPr lang="en-SA" sz="380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696582-1C24-647C-EF8F-A0860F8F8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720329"/>
            <a:ext cx="6903720" cy="3417341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B03C8F-9C62-48F5-3351-96E40E4366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4041800"/>
              </p:ext>
            </p:extLst>
          </p:nvPr>
        </p:nvGraphicFramePr>
        <p:xfrm>
          <a:off x="630936" y="2807208"/>
          <a:ext cx="3429000" cy="3410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02315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894D4-B14B-21D5-618A-7CFDB3CB4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en-US" sz="5000">
                <a:solidFill>
                  <a:srgbClr val="FFFFFF"/>
                </a:solidFill>
              </a:rPr>
              <a:t>Conclusion</a:t>
            </a:r>
            <a:endParaRPr lang="en-SA" sz="5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6CAB66-0FC5-F38D-F828-B9031E2C94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7217073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5362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467</Words>
  <Application>Microsoft Macintosh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Student Grade Evaluation System </vt:lpstr>
      <vt:lpstr>Project Overview</vt:lpstr>
      <vt:lpstr>System Components</vt:lpstr>
      <vt:lpstr>Test Plan Summary (IEEE 829)</vt:lpstr>
      <vt:lpstr>Equivalence Partitioning (EP)</vt:lpstr>
      <vt:lpstr>Boundary Value Analysis (BVA)</vt:lpstr>
      <vt:lpstr>Driver Program Output</vt:lpstr>
      <vt:lpstr>JUnit Testing (White-Box)</vt:lpstr>
      <vt:lpstr>Code Coverage (JaCoCo)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Kareem H salboukh</dc:creator>
  <cp:lastModifiedBy>Kareem H salboukh</cp:lastModifiedBy>
  <cp:revision>2</cp:revision>
  <dcterms:created xsi:type="dcterms:W3CDTF">2025-12-03T21:00:00Z</dcterms:created>
  <dcterms:modified xsi:type="dcterms:W3CDTF">2025-12-03T22:27:24Z</dcterms:modified>
</cp:coreProperties>
</file>